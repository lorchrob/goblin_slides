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4" r:id="rId1"/>
  </p:sldMasterIdLst>
  <p:notesMasterIdLst>
    <p:notesMasterId r:id="rId63"/>
  </p:notesMasterIdLst>
  <p:sldIdLst>
    <p:sldId id="256" r:id="rId2"/>
    <p:sldId id="318" r:id="rId3"/>
    <p:sldId id="319" r:id="rId4"/>
    <p:sldId id="332" r:id="rId5"/>
    <p:sldId id="322" r:id="rId6"/>
    <p:sldId id="323" r:id="rId7"/>
    <p:sldId id="324" r:id="rId8"/>
    <p:sldId id="325" r:id="rId9"/>
    <p:sldId id="326" r:id="rId10"/>
    <p:sldId id="327" r:id="rId11"/>
    <p:sldId id="368" r:id="rId12"/>
    <p:sldId id="369" r:id="rId13"/>
    <p:sldId id="328" r:id="rId14"/>
    <p:sldId id="329" r:id="rId15"/>
    <p:sldId id="330" r:id="rId16"/>
    <p:sldId id="331" r:id="rId17"/>
    <p:sldId id="321" r:id="rId18"/>
    <p:sldId id="338" r:id="rId19"/>
    <p:sldId id="339" r:id="rId20"/>
    <p:sldId id="340" r:id="rId21"/>
    <p:sldId id="341" r:id="rId22"/>
    <p:sldId id="342" r:id="rId23"/>
    <p:sldId id="343" r:id="rId24"/>
    <p:sldId id="344" r:id="rId25"/>
    <p:sldId id="345" r:id="rId26"/>
    <p:sldId id="333" r:id="rId27"/>
    <p:sldId id="346" r:id="rId28"/>
    <p:sldId id="347" r:id="rId29"/>
    <p:sldId id="348" r:id="rId30"/>
    <p:sldId id="349" r:id="rId31"/>
    <p:sldId id="350" r:id="rId32"/>
    <p:sldId id="334" r:id="rId33"/>
    <p:sldId id="351" r:id="rId34"/>
    <p:sldId id="356" r:id="rId35"/>
    <p:sldId id="357" r:id="rId36"/>
    <p:sldId id="358" r:id="rId37"/>
    <p:sldId id="359" r:id="rId38"/>
    <p:sldId id="360" r:id="rId39"/>
    <p:sldId id="361" r:id="rId40"/>
    <p:sldId id="362" r:id="rId41"/>
    <p:sldId id="363" r:id="rId42"/>
    <p:sldId id="364" r:id="rId43"/>
    <p:sldId id="365" r:id="rId44"/>
    <p:sldId id="366" r:id="rId45"/>
    <p:sldId id="367" r:id="rId46"/>
    <p:sldId id="335" r:id="rId47"/>
    <p:sldId id="352" r:id="rId48"/>
    <p:sldId id="336" r:id="rId49"/>
    <p:sldId id="353" r:id="rId50"/>
    <p:sldId id="354" r:id="rId51"/>
    <p:sldId id="337" r:id="rId52"/>
    <p:sldId id="355" r:id="rId53"/>
    <p:sldId id="300" r:id="rId54"/>
    <p:sldId id="317" r:id="rId55"/>
    <p:sldId id="370" r:id="rId56"/>
    <p:sldId id="371" r:id="rId57"/>
    <p:sldId id="372" r:id="rId58"/>
    <p:sldId id="373" r:id="rId59"/>
    <p:sldId id="374" r:id="rId60"/>
    <p:sldId id="375" r:id="rId61"/>
    <p:sldId id="376" r:id="rId6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5BBC0"/>
    <a:srgbClr val="60E3E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220F826-5AE4-1C40-1D2A-DC633039E620}" v="294" dt="2026-03-16T17:08:32.134"/>
    <p1510:client id="{5BAA2FE9-2AE3-1C6F-7B69-0FE2221A7331}" v="4365" dt="2026-03-17T00:27:49.150"/>
    <p1510:client id="{B02DEEF2-F061-53BA-C87A-FF5908ACECB1}" v="536" dt="2026-03-17T15:38:34.38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416" autoAdjust="0"/>
    <p:restoredTop sz="94719"/>
  </p:normalViewPr>
  <p:slideViewPr>
    <p:cSldViewPr snapToGrid="0">
      <p:cViewPr varScale="1">
        <p:scale>
          <a:sx n="141" d="100"/>
          <a:sy n="141" d="100"/>
        </p:scale>
        <p:origin x="192" y="4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notesMaster" Target="notesMasters/notesMaster1.xml"/><Relationship Id="rId68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slide" Target="slides/slide57.xml"/><Relationship Id="rId66" Type="http://schemas.openxmlformats.org/officeDocument/2006/relationships/theme" Target="theme/theme1.xml"/><Relationship Id="rId5" Type="http://schemas.openxmlformats.org/officeDocument/2006/relationships/slide" Target="slides/slide4.xml"/><Relationship Id="rId61" Type="http://schemas.openxmlformats.org/officeDocument/2006/relationships/slide" Target="slides/slide60.xml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presProps" Target="presProps.xml"/><Relationship Id="rId69" Type="http://schemas.microsoft.com/office/2015/10/relationships/revisionInfo" Target="revisionInfo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slide" Target="slides/slide58.xml"/><Relationship Id="rId67" Type="http://schemas.openxmlformats.org/officeDocument/2006/relationships/tableStyles" Target="tableStyle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slide" Target="slides/slide6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slide" Target="slides/slide56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slide" Target="slides/slide59.xml"/><Relationship Id="rId65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Lorch, Robert M" userId="S::rlorch@uiowa.edu::fab7d2ca-73fd-43ac-88ae-e4267d71ff13" providerId="AD" clId="Web-{B02DEEF2-F061-53BA-C87A-FF5908ACECB1}"/>
    <pc:docChg chg="addSld modSld sldOrd">
      <pc:chgData name="Lorch, Robert M" userId="S::rlorch@uiowa.edu::fab7d2ca-73fd-43ac-88ae-e4267d71ff13" providerId="AD" clId="Web-{B02DEEF2-F061-53BA-C87A-FF5908ACECB1}" dt="2026-03-17T15:38:34.404" v="537" actId="20577"/>
      <pc:docMkLst>
        <pc:docMk/>
      </pc:docMkLst>
      <pc:sldChg chg="modSp">
        <pc:chgData name="Lorch, Robert M" userId="S::rlorch@uiowa.edu::fab7d2ca-73fd-43ac-88ae-e4267d71ff13" providerId="AD" clId="Web-{B02DEEF2-F061-53BA-C87A-FF5908ACECB1}" dt="2026-03-17T15:38:34.404" v="537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B02DEEF2-F061-53BA-C87A-FF5908ACECB1}" dt="2026-03-17T15:38:34.404" v="537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addSp delSp modSp">
        <pc:chgData name="Lorch, Robert M" userId="S::rlorch@uiowa.edu::fab7d2ca-73fd-43ac-88ae-e4267d71ff13" providerId="AD" clId="Web-{B02DEEF2-F061-53BA-C87A-FF5908ACECB1}" dt="2026-03-17T14:35:09.170" v="175" actId="20577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B02DEEF2-F061-53BA-C87A-FF5908ACECB1}" dt="2026-03-17T14:35:09.170" v="175" actId="20577"/>
          <ac:spMkLst>
            <pc:docMk/>
            <pc:sldMk cId="2740590959" sldId="261"/>
            <ac:spMk id="3" creationId="{AF5CADC4-C336-F3FF-CB42-A10E1EA9086C}"/>
          </ac:spMkLst>
        </pc:spChg>
        <pc:picChg chg="add del">
          <ac:chgData name="Lorch, Robert M" userId="S::rlorch@uiowa.edu::fab7d2ca-73fd-43ac-88ae-e4267d71ff13" providerId="AD" clId="Web-{B02DEEF2-F061-53BA-C87A-FF5908ACECB1}" dt="2026-03-17T14:20:00.510" v="8"/>
          <ac:picMkLst>
            <pc:docMk/>
            <pc:sldMk cId="2740590959" sldId="261"/>
            <ac:picMk id="6" creationId="{7FE97D8E-A90F-03C7-7BA6-F2B35D21B7C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33:08.167" v="114"/>
          <ac:picMkLst>
            <pc:docMk/>
            <pc:sldMk cId="2740590959" sldId="261"/>
            <ac:picMk id="8" creationId="{C735EF69-6110-6416-D067-99A8BC37A0D4}"/>
          </ac:picMkLst>
        </pc:picChg>
        <pc:picChg chg="add del mod">
          <ac:chgData name="Lorch, Robert M" userId="S::rlorch@uiowa.edu::fab7d2ca-73fd-43ac-88ae-e4267d71ff13" providerId="AD" clId="Web-{B02DEEF2-F061-53BA-C87A-FF5908ACECB1}" dt="2026-03-17T14:21:19.089" v="23"/>
          <ac:picMkLst>
            <pc:docMk/>
            <pc:sldMk cId="2740590959" sldId="261"/>
            <ac:picMk id="9" creationId="{B599509D-7DB0-B9FA-4BF6-3578B4277F9C}"/>
          </ac:picMkLst>
        </pc:picChg>
      </pc:sldChg>
      <pc:sldChg chg="modSp">
        <pc:chgData name="Lorch, Robert M" userId="S::rlorch@uiowa.edu::fab7d2ca-73fd-43ac-88ae-e4267d71ff13" providerId="AD" clId="Web-{B02DEEF2-F061-53BA-C87A-FF5908ACECB1}" dt="2026-03-17T14:24:27.205" v="4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B02DEEF2-F061-53BA-C87A-FF5908ACECB1}" dt="2026-03-17T14:24:27.205" v="4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modSp">
        <pc:chgData name="Lorch, Robert M" userId="S::rlorch@uiowa.edu::fab7d2ca-73fd-43ac-88ae-e4267d71ff13" providerId="AD" clId="Web-{B02DEEF2-F061-53BA-C87A-FF5908ACECB1}" dt="2026-03-17T14:33:26.808" v="119"/>
        <pc:sldMkLst>
          <pc:docMk/>
          <pc:sldMk cId="2589333419" sldId="278"/>
        </pc:sldMkLst>
        <pc:picChg chg="mod modCrop">
          <ac:chgData name="Lorch, Robert M" userId="S::rlorch@uiowa.edu::fab7d2ca-73fd-43ac-88ae-e4267d71ff13" providerId="AD" clId="Web-{B02DEEF2-F061-53BA-C87A-FF5908ACECB1}" dt="2026-03-17T14:33:26.808" v="119"/>
          <ac:picMkLst>
            <pc:docMk/>
            <pc:sldMk cId="2589333419" sldId="278"/>
            <ac:picMk id="5" creationId="{E24F264D-0BAD-E1FE-CF19-8575F2BBE2DD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25.498" v="181" actId="1076"/>
        <pc:sldMkLst>
          <pc:docMk/>
          <pc:sldMk cId="1893583948" sldId="279"/>
        </pc:sldMkLst>
        <pc:spChg chg="mod">
          <ac:chgData name="Lorch, Robert M" userId="S::rlorch@uiowa.edu::fab7d2ca-73fd-43ac-88ae-e4267d71ff13" providerId="AD" clId="Web-{B02DEEF2-F061-53BA-C87A-FF5908ACECB1}" dt="2026-03-17T14:35:14.810" v="177" actId="20577"/>
          <ac:spMkLst>
            <pc:docMk/>
            <pc:sldMk cId="1893583948" sldId="279"/>
            <ac:spMk id="3" creationId="{2AF93952-35F0-AF2E-6FA0-F11415240F8A}"/>
          </ac:spMkLst>
        </pc:spChg>
        <pc:picChg chg="add del">
          <ac:chgData name="Lorch, Robert M" userId="S::rlorch@uiowa.edu::fab7d2ca-73fd-43ac-88ae-e4267d71ff13" providerId="AD" clId="Web-{B02DEEF2-F061-53BA-C87A-FF5908ACECB1}" dt="2026-03-17T14:35:16.232" v="179"/>
          <ac:picMkLst>
            <pc:docMk/>
            <pc:sldMk cId="1893583948" sldId="279"/>
            <ac:picMk id="6" creationId="{B0EBF5C2-8ECD-BDE7-D28F-9C85B6E545D9}"/>
          </ac:picMkLst>
        </pc:picChg>
        <pc:picChg chg="add mod">
          <ac:chgData name="Lorch, Robert M" userId="S::rlorch@uiowa.edu::fab7d2ca-73fd-43ac-88ae-e4267d71ff13" providerId="AD" clId="Web-{B02DEEF2-F061-53BA-C87A-FF5908ACECB1}" dt="2026-03-17T14:35:25.498" v="181" actId="1076"/>
          <ac:picMkLst>
            <pc:docMk/>
            <pc:sldMk cId="1893583948" sldId="279"/>
            <ac:picMk id="8" creationId="{01777698-7B5C-C18A-E8C8-5DCEEE8F396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4:35:03.466" v="172" actId="20577"/>
        <pc:sldMkLst>
          <pc:docMk/>
          <pc:sldMk cId="2182094920" sldId="280"/>
        </pc:sldMkLst>
        <pc:spChg chg="mod">
          <ac:chgData name="Lorch, Robert M" userId="S::rlorch@uiowa.edu::fab7d2ca-73fd-43ac-88ae-e4267d71ff13" providerId="AD" clId="Web-{B02DEEF2-F061-53BA-C87A-FF5908ACECB1}" dt="2026-03-17T14:35:03.466" v="172" actId="20577"/>
          <ac:spMkLst>
            <pc:docMk/>
            <pc:sldMk cId="2182094920" sldId="280"/>
            <ac:spMk id="3" creationId="{31AFCCB9-084E-F500-EA8B-C6F0A361EE74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4.204" v="76"/>
          <ac:spMkLst>
            <pc:docMk/>
            <pc:sldMk cId="2182094920" sldId="280"/>
            <ac:spMk id="6" creationId="{743EFDA1-7B88-7487-B351-DB1BEF951D96}"/>
          </ac:spMkLst>
        </pc:spChg>
        <pc:spChg chg="add del mod">
          <ac:chgData name="Lorch, Robert M" userId="S::rlorch@uiowa.edu::fab7d2ca-73fd-43ac-88ae-e4267d71ff13" providerId="AD" clId="Web-{B02DEEF2-F061-53BA-C87A-FF5908ACECB1}" dt="2026-03-17T14:28:00.438" v="75"/>
          <ac:spMkLst>
            <pc:docMk/>
            <pc:sldMk cId="2182094920" sldId="280"/>
            <ac:spMk id="7" creationId="{C4BB3A4E-47FA-4365-F147-45A83A332015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1.254" v="83"/>
          <ac:spMkLst>
            <pc:docMk/>
            <pc:sldMk cId="2182094920" sldId="280"/>
            <ac:spMk id="10" creationId="{DEA188B3-2C76-1245-5117-08DDC482597B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14.785" v="85" actId="1076"/>
          <ac:spMkLst>
            <pc:docMk/>
            <pc:sldMk cId="2182094920" sldId="280"/>
            <ac:spMk id="11" creationId="{16834DC1-C074-A677-509A-E515F324237E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3.615" v="92" actId="1076"/>
          <ac:spMkLst>
            <pc:docMk/>
            <pc:sldMk cId="2182094920" sldId="280"/>
            <ac:spMk id="12" creationId="{F9B50925-B04A-7DE8-B6C5-384D761DDABC}"/>
          </ac:spMkLst>
        </pc:spChg>
        <pc:spChg chg="add mod">
          <ac:chgData name="Lorch, Robert M" userId="S::rlorch@uiowa.edu::fab7d2ca-73fd-43ac-88ae-e4267d71ff13" providerId="AD" clId="Web-{B02DEEF2-F061-53BA-C87A-FF5908ACECB1}" dt="2026-03-17T14:29:48.443" v="94" actId="1076"/>
          <ac:spMkLst>
            <pc:docMk/>
            <pc:sldMk cId="2182094920" sldId="280"/>
            <ac:spMk id="13" creationId="{4DE95B5E-2141-3EB1-D16B-6463926F0EF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28:00.032" v="74"/>
          <ac:picMkLst>
            <pc:docMk/>
            <pc:sldMk cId="2182094920" sldId="280"/>
            <ac:picMk id="5" creationId="{47C64D53-0BC6-2BEE-53C4-B7E80BCA675A}"/>
          </ac:picMkLst>
        </pc:picChg>
        <pc:picChg chg="del">
          <ac:chgData name="Lorch, Robert M" userId="S::rlorch@uiowa.edu::fab7d2ca-73fd-43ac-88ae-e4267d71ff13" providerId="AD" clId="Web-{B02DEEF2-F061-53BA-C87A-FF5908ACECB1}" dt="2026-03-17T14:21:20.761" v="24"/>
          <ac:picMkLst>
            <pc:docMk/>
            <pc:sldMk cId="2182094920" sldId="280"/>
            <ac:picMk id="8" creationId="{F7021294-FAAE-0CDF-7494-22F8AE68DEE9}"/>
          </ac:picMkLst>
        </pc:picChg>
        <pc:picChg chg="mod modCrop">
          <ac:chgData name="Lorch, Robert M" userId="S::rlorch@uiowa.edu::fab7d2ca-73fd-43ac-88ae-e4267d71ff13" providerId="AD" clId="Web-{B02DEEF2-F061-53BA-C87A-FF5908ACECB1}" dt="2026-03-17T14:32:49.354" v="110"/>
          <ac:picMkLst>
            <pc:docMk/>
            <pc:sldMk cId="2182094920" sldId="280"/>
            <ac:picMk id="9" creationId="{A49E92C4-6F3A-185A-2DDB-FD97B92D29D0}"/>
          </ac:picMkLst>
        </pc:picChg>
      </pc:sldChg>
      <pc:sldChg chg="delSp modSp add ord replId">
        <pc:chgData name="Lorch, Robert M" userId="S::rlorch@uiowa.edu::fab7d2ca-73fd-43ac-88ae-e4267d71ff13" providerId="AD" clId="Web-{B02DEEF2-F061-53BA-C87A-FF5908ACECB1}" dt="2026-03-17T14:35:05.107" v="173" actId="20577"/>
        <pc:sldMkLst>
          <pc:docMk/>
          <pc:sldMk cId="876203954" sldId="281"/>
        </pc:sldMkLst>
        <pc:spChg chg="mod">
          <ac:chgData name="Lorch, Robert M" userId="S::rlorch@uiowa.edu::fab7d2ca-73fd-43ac-88ae-e4267d71ff13" providerId="AD" clId="Web-{B02DEEF2-F061-53BA-C87A-FF5908ACECB1}" dt="2026-03-17T14:35:05.107" v="173" actId="20577"/>
          <ac:spMkLst>
            <pc:docMk/>
            <pc:sldMk cId="876203954" sldId="281"/>
            <ac:spMk id="3" creationId="{A52826FA-B668-1032-DAC6-3AF7A74F38F0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100"/>
          <ac:spMkLst>
            <pc:docMk/>
            <pc:sldMk cId="876203954" sldId="281"/>
            <ac:spMk id="10" creationId="{1469F5A9-E764-049C-D59B-647446E5116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9"/>
          <ac:spMkLst>
            <pc:docMk/>
            <pc:sldMk cId="876203954" sldId="281"/>
            <ac:spMk id="11" creationId="{DDB509CC-1BEE-F286-8DA9-9EB1AAC1AE5F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8"/>
          <ac:spMkLst>
            <pc:docMk/>
            <pc:sldMk cId="876203954" sldId="281"/>
            <ac:spMk id="12" creationId="{58B2F6B3-2162-1F83-3EC9-01356D985D71}"/>
          </ac:spMkLst>
        </pc:spChg>
        <pc:spChg chg="del">
          <ac:chgData name="Lorch, Robert M" userId="S::rlorch@uiowa.edu::fab7d2ca-73fd-43ac-88ae-e4267d71ff13" providerId="AD" clId="Web-{B02DEEF2-F061-53BA-C87A-FF5908ACECB1}" dt="2026-03-17T14:30:01.600" v="97"/>
          <ac:spMkLst>
            <pc:docMk/>
            <pc:sldMk cId="876203954" sldId="281"/>
            <ac:spMk id="13" creationId="{D12D654D-9436-5AAF-E208-46DD6BD246D7}"/>
          </ac:spMkLst>
        </pc:spChg>
        <pc:picChg chg="mod modCrop">
          <ac:chgData name="Lorch, Robert M" userId="S::rlorch@uiowa.edu::fab7d2ca-73fd-43ac-88ae-e4267d71ff13" providerId="AD" clId="Web-{B02DEEF2-F061-53BA-C87A-FF5908ACECB1}" dt="2026-03-17T14:32:59.745" v="112"/>
          <ac:picMkLst>
            <pc:docMk/>
            <pc:sldMk cId="876203954" sldId="281"/>
            <ac:picMk id="9" creationId="{D93CA980-B60C-BF94-9DD3-7F4A315CF533}"/>
          </ac:picMkLst>
        </pc:picChg>
      </pc:sldChg>
      <pc:sldChg chg="addSp modSp add replId">
        <pc:chgData name="Lorch, Robert M" userId="S::rlorch@uiowa.edu::fab7d2ca-73fd-43ac-88ae-e4267d71ff13" providerId="AD" clId="Web-{B02DEEF2-F061-53BA-C87A-FF5908ACECB1}" dt="2026-03-17T15:02:58.718" v="412" actId="1076"/>
        <pc:sldMkLst>
          <pc:docMk/>
          <pc:sldMk cId="3695412493" sldId="282"/>
        </pc:sldMkLst>
        <pc:spChg chg="mod">
          <ac:chgData name="Lorch, Robert M" userId="S::rlorch@uiowa.edu::fab7d2ca-73fd-43ac-88ae-e4267d71ff13" providerId="AD" clId="Web-{B02DEEF2-F061-53BA-C87A-FF5908ACECB1}" dt="2026-03-17T14:57:45.445" v="407" actId="20577"/>
          <ac:spMkLst>
            <pc:docMk/>
            <pc:sldMk cId="3695412493" sldId="282"/>
            <ac:spMk id="3" creationId="{C80BA38A-6F1B-F268-C2CE-A682BBAF9031}"/>
          </ac:spMkLst>
        </pc:spChg>
        <pc:picChg chg="add mod modCrop">
          <ac:chgData name="Lorch, Robert M" userId="S::rlorch@uiowa.edu::fab7d2ca-73fd-43ac-88ae-e4267d71ff13" providerId="AD" clId="Web-{B02DEEF2-F061-53BA-C87A-FF5908ACECB1}" dt="2026-03-17T15:02:58.718" v="412" actId="1076"/>
          <ac:picMkLst>
            <pc:docMk/>
            <pc:sldMk cId="3695412493" sldId="282"/>
            <ac:picMk id="5" creationId="{EBC644CB-0768-F3D6-988F-8DEC1E1C7EE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22.554" v="398" actId="1076"/>
          <ac:picMkLst>
            <pc:docMk/>
            <pc:sldMk cId="3695412493" sldId="282"/>
            <ac:picMk id="6" creationId="{602A8E75-24D2-603B-0A12-6981EB7699B0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30.398" v="401" actId="1076"/>
          <ac:picMkLst>
            <pc:docMk/>
            <pc:sldMk cId="3695412493" sldId="282"/>
            <ac:picMk id="7" creationId="{9F046185-4F73-74F7-AC53-9C81E5572457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4:57:58.197" v="409" actId="1076"/>
          <ac:picMkLst>
            <pc:docMk/>
            <pc:sldMk cId="3695412493" sldId="282"/>
            <ac:picMk id="8" creationId="{1994A92C-CBEC-02AC-F137-771FA8E46C84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20:28.255" v="484" actId="20577"/>
        <pc:sldMkLst>
          <pc:docMk/>
          <pc:sldMk cId="1578314425" sldId="283"/>
        </pc:sldMkLst>
        <pc:spChg chg="mod">
          <ac:chgData name="Lorch, Robert M" userId="S::rlorch@uiowa.edu::fab7d2ca-73fd-43ac-88ae-e4267d71ff13" providerId="AD" clId="Web-{B02DEEF2-F061-53BA-C87A-FF5908ACECB1}" dt="2026-03-17T14:56:50.554" v="392" actId="20577"/>
          <ac:spMkLst>
            <pc:docMk/>
            <pc:sldMk cId="1578314425" sldId="283"/>
            <ac:spMk id="2" creationId="{27BC1D01-275B-5B1A-5B4C-BF551167A338}"/>
          </ac:spMkLst>
        </pc:spChg>
        <pc:spChg chg="mod">
          <ac:chgData name="Lorch, Robert M" userId="S::rlorch@uiowa.edu::fab7d2ca-73fd-43ac-88ae-e4267d71ff13" providerId="AD" clId="Web-{B02DEEF2-F061-53BA-C87A-FF5908ACECB1}" dt="2026-03-17T15:20:28.255" v="484" actId="20577"/>
          <ac:spMkLst>
            <pc:docMk/>
            <pc:sldMk cId="1578314425" sldId="283"/>
            <ac:spMk id="3" creationId="{AEEE72D8-3650-8C68-6BCA-AD446BEAB69B}"/>
          </ac:spMkLst>
        </pc:spChg>
        <pc:picChg chg="add del mod">
          <ac:chgData name="Lorch, Robert M" userId="S::rlorch@uiowa.edu::fab7d2ca-73fd-43ac-88ae-e4267d71ff13" providerId="AD" clId="Web-{B02DEEF2-F061-53BA-C87A-FF5908ACECB1}" dt="2026-03-17T14:56:36.648" v="391"/>
          <ac:picMkLst>
            <pc:docMk/>
            <pc:sldMk cId="1578314425" sldId="283"/>
            <ac:picMk id="5" creationId="{C31C4A7B-277D-C3A4-C1E6-52E08865CEC8}"/>
          </ac:picMkLst>
        </pc:picChg>
      </pc:sldChg>
      <pc:sldChg chg="addSp delSp modSp add replId">
        <pc:chgData name="Lorch, Robert M" userId="S::rlorch@uiowa.edu::fab7d2ca-73fd-43ac-88ae-e4267d71ff13" providerId="AD" clId="Web-{B02DEEF2-F061-53BA-C87A-FF5908ACECB1}" dt="2026-03-17T15:33:26.387" v="492" actId="1076"/>
        <pc:sldMkLst>
          <pc:docMk/>
          <pc:sldMk cId="3083722524" sldId="284"/>
        </pc:sldMkLst>
        <pc:spChg chg="mod">
          <ac:chgData name="Lorch, Robert M" userId="S::rlorch@uiowa.edu::fab7d2ca-73fd-43ac-88ae-e4267d71ff13" providerId="AD" clId="Web-{B02DEEF2-F061-53BA-C87A-FF5908ACECB1}" dt="2026-03-17T14:56:18.976" v="390" actId="20577"/>
          <ac:spMkLst>
            <pc:docMk/>
            <pc:sldMk cId="3083722524" sldId="284"/>
            <ac:spMk id="2" creationId="{A21CA72D-3DB6-EEEC-F530-38F354DB2108}"/>
          </ac:spMkLst>
        </pc:spChg>
        <pc:spChg chg="mod">
          <ac:chgData name="Lorch, Robert M" userId="S::rlorch@uiowa.edu::fab7d2ca-73fd-43ac-88ae-e4267d71ff13" providerId="AD" clId="Web-{B02DEEF2-F061-53BA-C87A-FF5908ACECB1}" dt="2026-03-17T15:04:04.970" v="432" actId="20577"/>
          <ac:spMkLst>
            <pc:docMk/>
            <pc:sldMk cId="3083722524" sldId="284"/>
            <ac:spMk id="3" creationId="{8B030B31-7B36-0E59-A9F1-9E72792BE172}"/>
          </ac:spMkLst>
        </pc:spChg>
        <pc:picChg chg="del">
          <ac:chgData name="Lorch, Robert M" userId="S::rlorch@uiowa.edu::fab7d2ca-73fd-43ac-88ae-e4267d71ff13" providerId="AD" clId="Web-{B02DEEF2-F061-53BA-C87A-FF5908ACECB1}" dt="2026-03-17T14:49:54.047" v="324"/>
          <ac:picMkLst>
            <pc:docMk/>
            <pc:sldMk cId="3083722524" sldId="284"/>
            <ac:picMk id="5" creationId="{63386BA8-9E47-6E14-BA9B-02848EEC451A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3"/>
          <ac:picMkLst>
            <pc:docMk/>
            <pc:sldMk cId="3083722524" sldId="284"/>
            <ac:picMk id="6" creationId="{41F8A0C8-80A6-DB69-BE0C-1CA1BF6EBD5F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2"/>
          <ac:picMkLst>
            <pc:docMk/>
            <pc:sldMk cId="3083722524" sldId="284"/>
            <ac:picMk id="7" creationId="{EFAC6531-9C39-3B16-98DF-A295C90AF6CC}"/>
          </ac:picMkLst>
        </pc:picChg>
        <pc:picChg chg="del">
          <ac:chgData name="Lorch, Robert M" userId="S::rlorch@uiowa.edu::fab7d2ca-73fd-43ac-88ae-e4267d71ff13" providerId="AD" clId="Web-{B02DEEF2-F061-53BA-C87A-FF5908ACECB1}" dt="2026-03-17T14:49:54.047" v="321"/>
          <ac:picMkLst>
            <pc:docMk/>
            <pc:sldMk cId="3083722524" sldId="284"/>
            <ac:picMk id="8" creationId="{14E26DAE-3C77-61E2-F02D-E45F8D2E325C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4:52:27.894" v="334"/>
          <ac:picMkLst>
            <pc:docMk/>
            <pc:sldMk cId="3083722524" sldId="284"/>
            <ac:picMk id="10" creationId="{55FCA19D-DFF3-D808-EC34-9B2BB0E1E6B5}"/>
          </ac:picMkLst>
        </pc:picChg>
        <pc:picChg chg="add mod modCrop">
          <ac:chgData name="Lorch, Robert M" userId="S::rlorch@uiowa.edu::fab7d2ca-73fd-43ac-88ae-e4267d71ff13" providerId="AD" clId="Web-{B02DEEF2-F061-53BA-C87A-FF5908ACECB1}" dt="2026-03-17T15:04:07.736" v="433" actId="1076"/>
          <ac:picMkLst>
            <pc:docMk/>
            <pc:sldMk cId="3083722524" sldId="284"/>
            <ac:picMk id="11" creationId="{C90B600F-7E09-33F1-3529-977C40CDC773}"/>
          </ac:picMkLst>
        </pc:picChg>
        <pc:picChg chg="add del mod modCrop">
          <ac:chgData name="Lorch, Robert M" userId="S::rlorch@uiowa.edu::fab7d2ca-73fd-43ac-88ae-e4267d71ff13" providerId="AD" clId="Web-{B02DEEF2-F061-53BA-C87A-FF5908ACECB1}" dt="2026-03-17T15:33:10.386" v="486"/>
          <ac:picMkLst>
            <pc:docMk/>
            <pc:sldMk cId="3083722524" sldId="284"/>
            <ac:picMk id="12" creationId="{EA1DCA36-6E80-5978-627B-C730443FD38C}"/>
          </ac:picMkLst>
        </pc:picChg>
        <pc:picChg chg="add mod">
          <ac:chgData name="Lorch, Robert M" userId="S::rlorch@uiowa.edu::fab7d2ca-73fd-43ac-88ae-e4267d71ff13" providerId="AD" clId="Web-{B02DEEF2-F061-53BA-C87A-FF5908ACECB1}" dt="2026-03-17T15:33:26.387" v="492" actId="1076"/>
          <ac:picMkLst>
            <pc:docMk/>
            <pc:sldMk cId="3083722524" sldId="284"/>
            <ac:picMk id="13" creationId="{6D084651-EE8D-F9C4-AA9F-5B59EA00E186}"/>
          </ac:picMkLst>
        </pc:picChg>
      </pc:sldChg>
    </pc:docChg>
  </pc:docChgLst>
  <pc:docChgLst>
    <pc:chgData name="Lorch, Robert M" userId="S::rlorch@uiowa.edu::fab7d2ca-73fd-43ac-88ae-e4267d71ff13" providerId="AD" clId="Web-{5BAA2FE9-2AE3-1C6F-7B69-0FE2221A7331}"/>
    <pc:docChg chg="mod addSld delSld modSld sldOrd addMainMaster delMainMaster">
      <pc:chgData name="Lorch, Robert M" userId="S::rlorch@uiowa.edu::fab7d2ca-73fd-43ac-88ae-e4267d71ff13" providerId="AD" clId="Web-{5BAA2FE9-2AE3-1C6F-7B69-0FE2221A7331}" dt="2026-03-17T00:27:49.150" v="4419" actId="20577"/>
      <pc:docMkLst>
        <pc:docMk/>
      </pc:docMkLst>
      <pc:sldChg chg="modSp mod modClrScheme chgLayout">
        <pc:chgData name="Lorch, Robert M" userId="S::rlorch@uiowa.edu::fab7d2ca-73fd-43ac-88ae-e4267d71ff13" providerId="AD" clId="Web-{5BAA2FE9-2AE3-1C6F-7B69-0FE2221A7331}" dt="2026-03-16T21:53:48.846" v="122" actId="20577"/>
        <pc:sldMkLst>
          <pc:docMk/>
          <pc:sldMk cId="109857222" sldId="256"/>
        </pc:sldMkLst>
        <pc:spChg chg="mod ord">
          <ac:chgData name="Lorch, Robert M" userId="S::rlorch@uiowa.edu::fab7d2ca-73fd-43ac-88ae-e4267d71ff13" providerId="AD" clId="Web-{5BAA2FE9-2AE3-1C6F-7B69-0FE2221A7331}" dt="2026-03-16T21:52:42.734" v="93" actId="20577"/>
          <ac:spMkLst>
            <pc:docMk/>
            <pc:sldMk cId="109857222" sldId="256"/>
            <ac:spMk id="2" creationId="{00000000-0000-0000-0000-000000000000}"/>
          </ac:spMkLst>
        </pc:spChg>
        <pc:spChg chg="mod ord">
          <ac:chgData name="Lorch, Robert M" userId="S::rlorch@uiowa.edu::fab7d2ca-73fd-43ac-88ae-e4267d71ff13" providerId="AD" clId="Web-{5BAA2FE9-2AE3-1C6F-7B69-0FE2221A7331}" dt="2026-03-16T21:53:48.846" v="122" actId="20577"/>
          <ac:spMkLst>
            <pc:docMk/>
            <pc:sldMk cId="109857222" sldId="256"/>
            <ac:spMk id="3" creationId="{00000000-0000-0000-0000-000000000000}"/>
          </ac:spMkLst>
        </pc:spChg>
      </pc:sldChg>
      <pc:sldChg chg="modSp mod modClrScheme chgLayout">
        <pc:chgData name="Lorch, Robert M" userId="S::rlorch@uiowa.edu::fab7d2ca-73fd-43ac-88ae-e4267d71ff13" providerId="AD" clId="Web-{5BAA2FE9-2AE3-1C6F-7B69-0FE2221A7331}" dt="2026-03-16T23:56:27.968" v="3394" actId="20577"/>
        <pc:sldMkLst>
          <pc:docMk/>
          <pc:sldMk cId="1572822883" sldId="257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1572822883" sldId="257"/>
            <ac:spMk id="2" creationId="{B973628D-B4CD-4C8A-B76A-1315567874F0}"/>
          </ac:spMkLst>
        </pc:spChg>
        <pc:spChg chg="mod ord">
          <ac:chgData name="Lorch, Robert M" userId="S::rlorch@uiowa.edu::fab7d2ca-73fd-43ac-88ae-e4267d71ff13" providerId="AD" clId="Web-{5BAA2FE9-2AE3-1C6F-7B69-0FE2221A7331}" dt="2026-03-16T23:56:27.968" v="3394" actId="20577"/>
          <ac:spMkLst>
            <pc:docMk/>
            <pc:sldMk cId="1572822883" sldId="257"/>
            <ac:spMk id="3" creationId="{962115ED-9912-DA77-67F5-5CDAA597005B}"/>
          </ac:spMkLst>
        </pc:spChg>
      </pc:sldChg>
      <pc:sldChg chg="add del replId">
        <pc:chgData name="Lorch, Robert M" userId="S::rlorch@uiowa.edu::fab7d2ca-73fd-43ac-88ae-e4267d71ff13" providerId="AD" clId="Web-{5BAA2FE9-2AE3-1C6F-7B69-0FE2221A7331}" dt="2026-03-16T21:43:31.362" v="38"/>
        <pc:sldMkLst>
          <pc:docMk/>
          <pc:sldMk cId="474723863" sldId="258"/>
        </pc:sldMkLst>
      </pc:sldChg>
      <pc:sldChg chg="modSp new del mod modClrScheme chgLayout">
        <pc:chgData name="Lorch, Robert M" userId="S::rlorch@uiowa.edu::fab7d2ca-73fd-43ac-88ae-e4267d71ff13" providerId="AD" clId="Web-{5BAA2FE9-2AE3-1C6F-7B69-0FE2221A7331}" dt="2026-03-16T21:54:04.018" v="132"/>
        <pc:sldMkLst>
          <pc:docMk/>
          <pc:sldMk cId="4139694835" sldId="258"/>
        </pc:sldMkLst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2" creationId="{21A54794-2CEE-C009-941E-FD0159BACCFF}"/>
          </ac:spMkLst>
        </pc:spChg>
        <pc:spChg chg="mod ord">
          <ac:chgData name="Lorch, Robert M" userId="S::rlorch@uiowa.edu::fab7d2ca-73fd-43ac-88ae-e4267d71ff13" providerId="AD" clId="Web-{5BAA2FE9-2AE3-1C6F-7B69-0FE2221A7331}" dt="2026-03-16T21:48:27.159" v="63"/>
          <ac:spMkLst>
            <pc:docMk/>
            <pc:sldMk cId="4139694835" sldId="258"/>
            <ac:spMk id="3" creationId="{EED0854E-4B26-C12F-5984-841F06E5148D}"/>
          </ac:spMkLst>
        </pc:spChg>
      </pc:sldChg>
      <pc:sldChg chg="new del">
        <pc:chgData name="Lorch, Robert M" userId="S::rlorch@uiowa.edu::fab7d2ca-73fd-43ac-88ae-e4267d71ff13" providerId="AD" clId="Web-{5BAA2FE9-2AE3-1C6F-7B69-0FE2221A7331}" dt="2026-03-16T21:47:49.204" v="57"/>
        <pc:sldMkLst>
          <pc:docMk/>
          <pc:sldMk cId="2514177281" sldId="259"/>
        </pc:sldMkLst>
      </pc:sldChg>
      <pc:sldChg chg="addSp modSp add ord replId">
        <pc:chgData name="Lorch, Robert M" userId="S::rlorch@uiowa.edu::fab7d2ca-73fd-43ac-88ae-e4267d71ff13" providerId="AD" clId="Web-{5BAA2FE9-2AE3-1C6F-7B69-0FE2221A7331}" dt="2026-03-16T21:52:30.593" v="92"/>
        <pc:sldMkLst>
          <pc:docMk/>
          <pc:sldMk cId="3893009471" sldId="259"/>
        </pc:sldMkLst>
        <pc:spChg chg="mod">
          <ac:chgData name="Lorch, Robert M" userId="S::rlorch@uiowa.edu::fab7d2ca-73fd-43ac-88ae-e4267d71ff13" providerId="AD" clId="Web-{5BAA2FE9-2AE3-1C6F-7B69-0FE2221A7331}" dt="2026-03-16T21:52:26.702" v="91" actId="20577"/>
          <ac:spMkLst>
            <pc:docMk/>
            <pc:sldMk cId="3893009471" sldId="259"/>
            <ac:spMk id="2" creationId="{14A76D21-2912-7FB4-938B-6F91AE4A34C8}"/>
          </ac:spMkLst>
        </pc:spChg>
        <pc:spChg chg="mod">
          <ac:chgData name="Lorch, Robert M" userId="S::rlorch@uiowa.edu::fab7d2ca-73fd-43ac-88ae-e4267d71ff13" providerId="AD" clId="Web-{5BAA2FE9-2AE3-1C6F-7B69-0FE2221A7331}" dt="2026-03-16T21:51:56.858" v="86" actId="20577"/>
          <ac:spMkLst>
            <pc:docMk/>
            <pc:sldMk cId="3893009471" sldId="259"/>
            <ac:spMk id="3" creationId="{79199D7C-F5B0-7CD6-91DA-759916D20D7F}"/>
          </ac:spMkLst>
        </pc:spChg>
        <pc:spChg chg="add mod">
          <ac:chgData name="Lorch, Robert M" userId="S::rlorch@uiowa.edu::fab7d2ca-73fd-43ac-88ae-e4267d71ff13" providerId="AD" clId="Web-{5BAA2FE9-2AE3-1C6F-7B69-0FE2221A7331}" dt="2026-03-16T21:52:30.593" v="92"/>
          <ac:spMkLst>
            <pc:docMk/>
            <pc:sldMk cId="3893009471" sldId="259"/>
            <ac:spMk id="4" creationId="{22711865-C81F-F8BC-09CB-FA46AAD3DEAF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24.713" v="1414" actId="20577"/>
        <pc:sldMkLst>
          <pc:docMk/>
          <pc:sldMk cId="3827240189" sldId="260"/>
        </pc:sldMkLst>
        <pc:spChg chg="mod">
          <ac:chgData name="Lorch, Robert M" userId="S::rlorch@uiowa.edu::fab7d2ca-73fd-43ac-88ae-e4267d71ff13" providerId="AD" clId="Web-{5BAA2FE9-2AE3-1C6F-7B69-0FE2221A7331}" dt="2026-03-16T21:54:01.174" v="131" actId="20577"/>
          <ac:spMkLst>
            <pc:docMk/>
            <pc:sldMk cId="3827240189" sldId="260"/>
            <ac:spMk id="2" creationId="{53504503-9F41-4A11-446B-56A49286A5B6}"/>
          </ac:spMkLst>
        </pc:spChg>
        <pc:spChg chg="mod">
          <ac:chgData name="Lorch, Robert M" userId="S::rlorch@uiowa.edu::fab7d2ca-73fd-43ac-88ae-e4267d71ff13" providerId="AD" clId="Web-{5BAA2FE9-2AE3-1C6F-7B69-0FE2221A7331}" dt="2026-03-16T22:29:24.713" v="1414" actId="20577"/>
          <ac:spMkLst>
            <pc:docMk/>
            <pc:sldMk cId="3827240189" sldId="260"/>
            <ac:spMk id="3" creationId="{408FE3CC-B3C1-2EB5-2B26-CEE053F6D54F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7T00:15:43.619" v="3974"/>
        <pc:sldMkLst>
          <pc:docMk/>
          <pc:sldMk cId="2740590959" sldId="261"/>
        </pc:sldMkLst>
        <pc:spChg chg="mod">
          <ac:chgData name="Lorch, Robert M" userId="S::rlorch@uiowa.edu::fab7d2ca-73fd-43ac-88ae-e4267d71ff13" providerId="AD" clId="Web-{5BAA2FE9-2AE3-1C6F-7B69-0FE2221A7331}" dt="2026-03-17T00:15:43.619" v="3974"/>
          <ac:spMkLst>
            <pc:docMk/>
            <pc:sldMk cId="2740590959" sldId="261"/>
            <ac:spMk id="2" creationId="{E192FB49-4862-A0D7-FAD6-F2105BC22822}"/>
          </ac:spMkLst>
        </pc:spChg>
        <pc:spChg chg="mod">
          <ac:chgData name="Lorch, Robert M" userId="S::rlorch@uiowa.edu::fab7d2ca-73fd-43ac-88ae-e4267d71ff13" providerId="AD" clId="Web-{5BAA2FE9-2AE3-1C6F-7B69-0FE2221A7331}" dt="2026-03-16T23:31:42.477" v="2887" actId="20577"/>
          <ac:spMkLst>
            <pc:docMk/>
            <pc:sldMk cId="2740590959" sldId="261"/>
            <ac:spMk id="3" creationId="{AF5CADC4-C336-F3FF-CB42-A10E1EA9086C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28:20.801" v="2691" actId="20577"/>
        <pc:sldMkLst>
          <pc:docMk/>
          <pc:sldMk cId="403707338" sldId="262"/>
        </pc:sldMkLst>
        <pc:spChg chg="mod">
          <ac:chgData name="Lorch, Robert M" userId="S::rlorch@uiowa.edu::fab7d2ca-73fd-43ac-88ae-e4267d71ff13" providerId="AD" clId="Web-{5BAA2FE9-2AE3-1C6F-7B69-0FE2221A7331}" dt="2026-03-16T23:28:20.801" v="2691" actId="20577"/>
          <ac:spMkLst>
            <pc:docMk/>
            <pc:sldMk cId="403707338" sldId="262"/>
            <ac:spMk id="2" creationId="{3146B134-327B-0941-EFA2-626FD1C1FF1E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3:26:47.500" v="2671" actId="20577"/>
        <pc:sldMkLst>
          <pc:docMk/>
          <pc:sldMk cId="1846142589" sldId="263"/>
        </pc:sldMkLst>
        <pc:spChg chg="mod">
          <ac:chgData name="Lorch, Robert M" userId="S::rlorch@uiowa.edu::fab7d2ca-73fd-43ac-88ae-e4267d71ff13" providerId="AD" clId="Web-{5BAA2FE9-2AE3-1C6F-7B69-0FE2221A7331}" dt="2026-03-16T22:17:06.992" v="1087" actId="20577"/>
          <ac:spMkLst>
            <pc:docMk/>
            <pc:sldMk cId="1846142589" sldId="263"/>
            <ac:spMk id="2" creationId="{36739B0F-70D7-34B6-60AC-1068790DDFAA}"/>
          </ac:spMkLst>
        </pc:spChg>
        <pc:spChg chg="mod">
          <ac:chgData name="Lorch, Robert M" userId="S::rlorch@uiowa.edu::fab7d2ca-73fd-43ac-88ae-e4267d71ff13" providerId="AD" clId="Web-{5BAA2FE9-2AE3-1C6F-7B69-0FE2221A7331}" dt="2026-03-16T23:26:47.500" v="2671" actId="20577"/>
          <ac:spMkLst>
            <pc:docMk/>
            <pc:sldMk cId="1846142589" sldId="263"/>
            <ac:spMk id="3" creationId="{E3678F8D-41CB-3795-3829-9EC13AAB82A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15:54.744" v="3991"/>
        <pc:sldMkLst>
          <pc:docMk/>
          <pc:sldMk cId="941070285" sldId="264"/>
        </pc:sldMkLst>
        <pc:spChg chg="mod">
          <ac:chgData name="Lorch, Robert M" userId="S::rlorch@uiowa.edu::fab7d2ca-73fd-43ac-88ae-e4267d71ff13" providerId="AD" clId="Web-{5BAA2FE9-2AE3-1C6F-7B69-0FE2221A7331}" dt="2026-03-17T00:15:54.744" v="3991"/>
          <ac:spMkLst>
            <pc:docMk/>
            <pc:sldMk cId="941070285" sldId="264"/>
            <ac:spMk id="2" creationId="{8F692418-F66A-8937-E85D-04EB60050446}"/>
          </ac:spMkLst>
        </pc:spChg>
        <pc:spChg chg="mod">
          <ac:chgData name="Lorch, Robert M" userId="S::rlorch@uiowa.edu::fab7d2ca-73fd-43ac-88ae-e4267d71ff13" providerId="AD" clId="Web-{5BAA2FE9-2AE3-1C6F-7B69-0FE2221A7331}" dt="2026-03-16T23:32:08.649" v="2890" actId="20577"/>
          <ac:spMkLst>
            <pc:docMk/>
            <pc:sldMk cId="941070285" sldId="264"/>
            <ac:spMk id="3" creationId="{512FFBEF-3548-B961-3FD8-7CC3479BE07C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18:12.211" v="1145" actId="20577"/>
        <pc:sldMkLst>
          <pc:docMk/>
          <pc:sldMk cId="2922320612" sldId="265"/>
        </pc:sldMkLst>
        <pc:spChg chg="mod">
          <ac:chgData name="Lorch, Robert M" userId="S::rlorch@uiowa.edu::fab7d2ca-73fd-43ac-88ae-e4267d71ff13" providerId="AD" clId="Web-{5BAA2FE9-2AE3-1C6F-7B69-0FE2221A7331}" dt="2026-03-16T22:17:40.961" v="1103" actId="20577"/>
          <ac:spMkLst>
            <pc:docMk/>
            <pc:sldMk cId="2922320612" sldId="265"/>
            <ac:spMk id="2" creationId="{10F26390-A99B-8227-83E3-FF53C34F821C}"/>
          </ac:spMkLst>
        </pc:spChg>
        <pc:spChg chg="mod">
          <ac:chgData name="Lorch, Robert M" userId="S::rlorch@uiowa.edu::fab7d2ca-73fd-43ac-88ae-e4267d71ff13" providerId="AD" clId="Web-{5BAA2FE9-2AE3-1C6F-7B69-0FE2221A7331}" dt="2026-03-16T22:18:12.211" v="1145" actId="20577"/>
          <ac:spMkLst>
            <pc:docMk/>
            <pc:sldMk cId="2922320612" sldId="265"/>
            <ac:spMk id="3" creationId="{CE79F317-AD5E-66F2-F397-E45910B43883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9:31.041" v="1416" actId="20577"/>
        <pc:sldMkLst>
          <pc:docMk/>
          <pc:sldMk cId="1270319923" sldId="266"/>
        </pc:sldMkLst>
        <pc:spChg chg="mod">
          <ac:chgData name="Lorch, Robert M" userId="S::rlorch@uiowa.edu::fab7d2ca-73fd-43ac-88ae-e4267d71ff13" providerId="AD" clId="Web-{5BAA2FE9-2AE3-1C6F-7B69-0FE2221A7331}" dt="2026-03-16T22:29:31.041" v="1416" actId="20577"/>
          <ac:spMkLst>
            <pc:docMk/>
            <pc:sldMk cId="1270319923" sldId="266"/>
            <ac:spMk id="3" creationId="{175B88B1-2267-9A92-9381-94A9E59DCC13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29:39.697" v="1422" actId="20577"/>
        <pc:sldMkLst>
          <pc:docMk/>
          <pc:sldMk cId="3132142358" sldId="267"/>
        </pc:sldMkLst>
        <pc:spChg chg="mod">
          <ac:chgData name="Lorch, Robert M" userId="S::rlorch@uiowa.edu::fab7d2ca-73fd-43ac-88ae-e4267d71ff13" providerId="AD" clId="Web-{5BAA2FE9-2AE3-1C6F-7B69-0FE2221A7331}" dt="2026-03-16T22:29:39.697" v="1422" actId="20577"/>
          <ac:spMkLst>
            <pc:docMk/>
            <pc:sldMk cId="3132142358" sldId="267"/>
            <ac:spMk id="3" creationId="{304188DF-1799-9856-8C7E-3B78A2D6F14D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6T22:24:34.781" v="1407" actId="20577"/>
        <pc:sldMkLst>
          <pc:docMk/>
          <pc:sldMk cId="2436005611" sldId="268"/>
        </pc:sldMkLst>
        <pc:spChg chg="mod">
          <ac:chgData name="Lorch, Robert M" userId="S::rlorch@uiowa.edu::fab7d2ca-73fd-43ac-88ae-e4267d71ff13" providerId="AD" clId="Web-{5BAA2FE9-2AE3-1C6F-7B69-0FE2221A7331}" dt="2026-03-16T22:20:26.029" v="1202" actId="20577"/>
          <ac:spMkLst>
            <pc:docMk/>
            <pc:sldMk cId="2436005611" sldId="268"/>
            <ac:spMk id="2" creationId="{D54537C6-935D-A904-71A1-664F47E1648F}"/>
          </ac:spMkLst>
        </pc:spChg>
        <pc:spChg chg="mod">
          <ac:chgData name="Lorch, Robert M" userId="S::rlorch@uiowa.edu::fab7d2ca-73fd-43ac-88ae-e4267d71ff13" providerId="AD" clId="Web-{5BAA2FE9-2AE3-1C6F-7B69-0FE2221A7331}" dt="2026-03-16T22:24:34.781" v="1407" actId="20577"/>
          <ac:spMkLst>
            <pc:docMk/>
            <pc:sldMk cId="2436005611" sldId="268"/>
            <ac:spMk id="3" creationId="{21D266E0-3AE2-538B-2897-FC68DF25BF39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45:34.473" v="2000" actId="20577"/>
        <pc:sldMkLst>
          <pc:docMk/>
          <pc:sldMk cId="2258023790" sldId="269"/>
        </pc:sldMkLst>
        <pc:spChg chg="mod">
          <ac:chgData name="Lorch, Robert M" userId="S::rlorch@uiowa.edu::fab7d2ca-73fd-43ac-88ae-e4267d71ff13" providerId="AD" clId="Web-{5BAA2FE9-2AE3-1C6F-7B69-0FE2221A7331}" dt="2026-03-16T22:20:34.530" v="1213" actId="20577"/>
          <ac:spMkLst>
            <pc:docMk/>
            <pc:sldMk cId="2258023790" sldId="269"/>
            <ac:spMk id="2" creationId="{E443A17B-322A-09FE-4B4C-0AFA6D7224E0}"/>
          </ac:spMkLst>
        </pc:spChg>
        <pc:spChg chg="mod">
          <ac:chgData name="Lorch, Robert M" userId="S::rlorch@uiowa.edu::fab7d2ca-73fd-43ac-88ae-e4267d71ff13" providerId="AD" clId="Web-{5BAA2FE9-2AE3-1C6F-7B69-0FE2221A7331}" dt="2026-03-16T22:45:34.473" v="2000" actId="20577"/>
          <ac:spMkLst>
            <pc:docMk/>
            <pc:sldMk cId="2258023790" sldId="269"/>
            <ac:spMk id="3" creationId="{BAD9A992-E5F6-1706-8A28-87A2E4222AB4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02.157" v="1429" actId="20577"/>
        <pc:sldMkLst>
          <pc:docMk/>
          <pc:sldMk cId="2134368667" sldId="270"/>
        </pc:sldMkLst>
        <pc:spChg chg="mod">
          <ac:chgData name="Lorch, Robert M" userId="S::rlorch@uiowa.edu::fab7d2ca-73fd-43ac-88ae-e4267d71ff13" providerId="AD" clId="Web-{5BAA2FE9-2AE3-1C6F-7B69-0FE2221A7331}" dt="2026-03-16T22:30:02.157" v="1429" actId="20577"/>
          <ac:spMkLst>
            <pc:docMk/>
            <pc:sldMk cId="2134368667" sldId="270"/>
            <ac:spMk id="3" creationId="{7E65C1B9-E4DF-459B-F285-ACE5151B9C2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17.133" v="1436" actId="20577"/>
        <pc:sldMkLst>
          <pc:docMk/>
          <pc:sldMk cId="3988185736" sldId="271"/>
        </pc:sldMkLst>
        <pc:spChg chg="mod">
          <ac:chgData name="Lorch, Robert M" userId="S::rlorch@uiowa.edu::fab7d2ca-73fd-43ac-88ae-e4267d71ff13" providerId="AD" clId="Web-{5BAA2FE9-2AE3-1C6F-7B69-0FE2221A7331}" dt="2026-03-16T22:30:17.133" v="1436" actId="20577"/>
          <ac:spMkLst>
            <pc:docMk/>
            <pc:sldMk cId="3988185736" sldId="271"/>
            <ac:spMk id="3" creationId="{72A39524-62D8-EAA7-21B2-F034F4C30BA5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0:33.198" v="1442" actId="20577"/>
        <pc:sldMkLst>
          <pc:docMk/>
          <pc:sldMk cId="4156527928" sldId="272"/>
        </pc:sldMkLst>
        <pc:spChg chg="mod">
          <ac:chgData name="Lorch, Robert M" userId="S::rlorch@uiowa.edu::fab7d2ca-73fd-43ac-88ae-e4267d71ff13" providerId="AD" clId="Web-{5BAA2FE9-2AE3-1C6F-7B69-0FE2221A7331}" dt="2026-03-16T22:30:33.198" v="1442" actId="20577"/>
          <ac:spMkLst>
            <pc:docMk/>
            <pc:sldMk cId="4156527928" sldId="272"/>
            <ac:spMk id="3" creationId="{8B48AD0F-4517-B249-7CE9-91AC653710AA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2:33:30.172" v="1595" actId="20577"/>
        <pc:sldMkLst>
          <pc:docMk/>
          <pc:sldMk cId="2042930995" sldId="273"/>
        </pc:sldMkLst>
        <pc:spChg chg="mod">
          <ac:chgData name="Lorch, Robert M" userId="S::rlorch@uiowa.edu::fab7d2ca-73fd-43ac-88ae-e4267d71ff13" providerId="AD" clId="Web-{5BAA2FE9-2AE3-1C6F-7B69-0FE2221A7331}" dt="2026-03-16T22:30:45.168" v="1447" actId="20577"/>
          <ac:spMkLst>
            <pc:docMk/>
            <pc:sldMk cId="2042930995" sldId="273"/>
            <ac:spMk id="2" creationId="{B3B9F69A-6D95-337C-7195-5237D2D26DA8}"/>
          </ac:spMkLst>
        </pc:spChg>
        <pc:spChg chg="mod">
          <ac:chgData name="Lorch, Robert M" userId="S::rlorch@uiowa.edu::fab7d2ca-73fd-43ac-88ae-e4267d71ff13" providerId="AD" clId="Web-{5BAA2FE9-2AE3-1C6F-7B69-0FE2221A7331}" dt="2026-03-16T22:33:30.172" v="1595" actId="20577"/>
          <ac:spMkLst>
            <pc:docMk/>
            <pc:sldMk cId="2042930995" sldId="273"/>
            <ac:spMk id="3" creationId="{C0C6950D-385F-A98D-531F-5975D69E3B2C}"/>
          </ac:spMkLst>
        </pc:spChg>
      </pc:sldChg>
      <pc:sldChg chg="addSp delSp modSp add replId">
        <pc:chgData name="Lorch, Robert M" userId="S::rlorch@uiowa.edu::fab7d2ca-73fd-43ac-88ae-e4267d71ff13" providerId="AD" clId="Web-{5BAA2FE9-2AE3-1C6F-7B69-0FE2221A7331}" dt="2026-03-17T00:20:26.637" v="4034" actId="20577"/>
        <pc:sldMkLst>
          <pc:docMk/>
          <pc:sldMk cId="2649711781" sldId="274"/>
        </pc:sldMkLst>
        <pc:spChg chg="mod">
          <ac:chgData name="Lorch, Robert M" userId="S::rlorch@uiowa.edu::fab7d2ca-73fd-43ac-88ae-e4267d71ff13" providerId="AD" clId="Web-{5BAA2FE9-2AE3-1C6F-7B69-0FE2221A7331}" dt="2026-03-16T22:46:14.802" v="2015" actId="20577"/>
          <ac:spMkLst>
            <pc:docMk/>
            <pc:sldMk cId="2649711781" sldId="274"/>
            <ac:spMk id="2" creationId="{B13E951D-1B73-58A4-4D65-EEC266C2EA4C}"/>
          </ac:spMkLst>
        </pc:spChg>
        <pc:spChg chg="mod">
          <ac:chgData name="Lorch, Robert M" userId="S::rlorch@uiowa.edu::fab7d2ca-73fd-43ac-88ae-e4267d71ff13" providerId="AD" clId="Web-{5BAA2FE9-2AE3-1C6F-7B69-0FE2221A7331}" dt="2026-03-17T00:20:26.637" v="4034" actId="20577"/>
          <ac:spMkLst>
            <pc:docMk/>
            <pc:sldMk cId="2649711781" sldId="274"/>
            <ac:spMk id="3" creationId="{ADA3750E-F487-A549-7A81-AEE104966113}"/>
          </ac:spMkLst>
        </pc:spChg>
        <pc:picChg chg="add del mod">
          <ac:chgData name="Lorch, Robert M" userId="S::rlorch@uiowa.edu::fab7d2ca-73fd-43ac-88ae-e4267d71ff13" providerId="AD" clId="Web-{5BAA2FE9-2AE3-1C6F-7B69-0FE2221A7331}" dt="2026-03-17T00:17:41.448" v="3995"/>
          <ac:picMkLst>
            <pc:docMk/>
            <pc:sldMk cId="2649711781" sldId="274"/>
            <ac:picMk id="5" creationId="{199B6E32-0DC6-E8A3-9F6E-5A17B6A7A221}"/>
          </ac:picMkLst>
        </pc:picChg>
        <pc:picChg chg="add mod modCrop">
          <ac:chgData name="Lorch, Robert M" userId="S::rlorch@uiowa.edu::fab7d2ca-73fd-43ac-88ae-e4267d71ff13" providerId="AD" clId="Web-{5BAA2FE9-2AE3-1C6F-7B69-0FE2221A7331}" dt="2026-03-17T00:19:09.761" v="4011" actId="1076"/>
          <ac:picMkLst>
            <pc:docMk/>
            <pc:sldMk cId="2649711781" sldId="274"/>
            <ac:picMk id="6" creationId="{FAE4E3F3-7E89-2B70-F6A4-B554A5174BF4}"/>
          </ac:picMkLst>
        </pc:picChg>
        <pc:picChg chg="add mod">
          <ac:chgData name="Lorch, Robert M" userId="S::rlorch@uiowa.edu::fab7d2ca-73fd-43ac-88ae-e4267d71ff13" providerId="AD" clId="Web-{5BAA2FE9-2AE3-1C6F-7B69-0FE2221A7331}" dt="2026-03-17T00:19:39.340" v="4025" actId="1076"/>
          <ac:picMkLst>
            <pc:docMk/>
            <pc:sldMk cId="2649711781" sldId="274"/>
            <ac:picMk id="7" creationId="{46C7BAC6-E453-4B42-B23B-F16AF3C00A5B}"/>
          </ac:picMkLst>
        </pc:picChg>
      </pc:sldChg>
      <pc:sldChg chg="modSp add ord replId">
        <pc:chgData name="Lorch, Robert M" userId="S::rlorch@uiowa.edu::fab7d2ca-73fd-43ac-88ae-e4267d71ff13" providerId="AD" clId="Web-{5BAA2FE9-2AE3-1C6F-7B69-0FE2221A7331}" dt="2026-03-16T23:34:52.528" v="3106" actId="20577"/>
        <pc:sldMkLst>
          <pc:docMk/>
          <pc:sldMk cId="4162872853" sldId="275"/>
        </pc:sldMkLst>
        <pc:spChg chg="mod">
          <ac:chgData name="Lorch, Robert M" userId="S::rlorch@uiowa.edu::fab7d2ca-73fd-43ac-88ae-e4267d71ff13" providerId="AD" clId="Web-{5BAA2FE9-2AE3-1C6F-7B69-0FE2221A7331}" dt="2026-03-16T23:29:21.631" v="2717"/>
          <ac:spMkLst>
            <pc:docMk/>
            <pc:sldMk cId="4162872853" sldId="275"/>
            <ac:spMk id="2" creationId="{8E06837E-A714-7106-AF8E-5FEAA148D6AC}"/>
          </ac:spMkLst>
        </pc:spChg>
        <pc:spChg chg="mod">
          <ac:chgData name="Lorch, Robert M" userId="S::rlorch@uiowa.edu::fab7d2ca-73fd-43ac-88ae-e4267d71ff13" providerId="AD" clId="Web-{5BAA2FE9-2AE3-1C6F-7B69-0FE2221A7331}" dt="2026-03-16T23:34:52.528" v="3106" actId="20577"/>
          <ac:spMkLst>
            <pc:docMk/>
            <pc:sldMk cId="4162872853" sldId="275"/>
            <ac:spMk id="3" creationId="{1AB62D15-35BC-BCF6-BE0F-8854AFE972F8}"/>
          </ac:spMkLst>
        </pc:spChg>
      </pc:sldChg>
      <pc:sldChg chg="modSp add ord replId">
        <pc:chgData name="Lorch, Robert M" userId="S::rlorch@uiowa.edu::fab7d2ca-73fd-43ac-88ae-e4267d71ff13" providerId="AD" clId="Web-{5BAA2FE9-2AE3-1C6F-7B69-0FE2221A7331}" dt="2026-03-16T23:35:48.548" v="3193" actId="20577"/>
        <pc:sldMkLst>
          <pc:docMk/>
          <pc:sldMk cId="775107580" sldId="276"/>
        </pc:sldMkLst>
        <pc:spChg chg="mod">
          <ac:chgData name="Lorch, Robert M" userId="S::rlorch@uiowa.edu::fab7d2ca-73fd-43ac-88ae-e4267d71ff13" providerId="AD" clId="Web-{5BAA2FE9-2AE3-1C6F-7B69-0FE2221A7331}" dt="2026-03-16T23:29:42.787" v="2771" actId="20577"/>
          <ac:spMkLst>
            <pc:docMk/>
            <pc:sldMk cId="775107580" sldId="276"/>
            <ac:spMk id="2" creationId="{65C09264-82F7-B022-27F1-66F6F0CE0435}"/>
          </ac:spMkLst>
        </pc:spChg>
        <pc:spChg chg="mod">
          <ac:chgData name="Lorch, Robert M" userId="S::rlorch@uiowa.edu::fab7d2ca-73fd-43ac-88ae-e4267d71ff13" providerId="AD" clId="Web-{5BAA2FE9-2AE3-1C6F-7B69-0FE2221A7331}" dt="2026-03-16T23:35:48.548" v="3193" actId="20577"/>
          <ac:spMkLst>
            <pc:docMk/>
            <pc:sldMk cId="775107580" sldId="276"/>
            <ac:spMk id="3" creationId="{CDEF22A8-9E30-F8AE-5C33-7B06409382C2}"/>
          </ac:spMkLst>
        </pc:spChg>
      </pc:sldChg>
      <pc:sldChg chg="modSp add replId">
        <pc:chgData name="Lorch, Robert M" userId="S::rlorch@uiowa.edu::fab7d2ca-73fd-43ac-88ae-e4267d71ff13" providerId="AD" clId="Web-{5BAA2FE9-2AE3-1C6F-7B69-0FE2221A7331}" dt="2026-03-17T00:27:49.150" v="4419" actId="20577"/>
        <pc:sldMkLst>
          <pc:docMk/>
          <pc:sldMk cId="2390616772" sldId="277"/>
        </pc:sldMkLst>
        <pc:spChg chg="mod">
          <ac:chgData name="Lorch, Robert M" userId="S::rlorch@uiowa.edu::fab7d2ca-73fd-43ac-88ae-e4267d71ff13" providerId="AD" clId="Web-{5BAA2FE9-2AE3-1C6F-7B69-0FE2221A7331}" dt="2026-03-17T00:27:49.150" v="4419" actId="20577"/>
          <ac:spMkLst>
            <pc:docMk/>
            <pc:sldMk cId="2390616772" sldId="277"/>
            <ac:spMk id="3" creationId="{A2769A3B-1AD2-7DE9-BA3C-9D6741CF1CF4}"/>
          </ac:spMkLst>
        </pc:spChg>
      </pc:sldChg>
      <pc:sldChg chg="addSp modSp add replId">
        <pc:chgData name="Lorch, Robert M" userId="S::rlorch@uiowa.edu::fab7d2ca-73fd-43ac-88ae-e4267d71ff13" providerId="AD" clId="Web-{5BAA2FE9-2AE3-1C6F-7B69-0FE2221A7331}" dt="2026-03-17T00:23:21.248" v="4067" actId="1076"/>
        <pc:sldMkLst>
          <pc:docMk/>
          <pc:sldMk cId="2589333419" sldId="278"/>
        </pc:sldMkLst>
        <pc:spChg chg="mod">
          <ac:chgData name="Lorch, Robert M" userId="S::rlorch@uiowa.edu::fab7d2ca-73fd-43ac-88ae-e4267d71ff13" providerId="AD" clId="Web-{5BAA2FE9-2AE3-1C6F-7B69-0FE2221A7331}" dt="2026-03-17T00:23:21.248" v="4067" actId="1076"/>
          <ac:spMkLst>
            <pc:docMk/>
            <pc:sldMk cId="2589333419" sldId="278"/>
            <ac:spMk id="3" creationId="{FA8AA9FF-9E9C-D585-7639-BD2ADE435A3B}"/>
          </ac:spMkLst>
        </pc:spChg>
        <pc:picChg chg="add mod">
          <ac:chgData name="Lorch, Robert M" userId="S::rlorch@uiowa.edu::fab7d2ca-73fd-43ac-88ae-e4267d71ff13" providerId="AD" clId="Web-{5BAA2FE9-2AE3-1C6F-7B69-0FE2221A7331}" dt="2026-03-17T00:22:56.842" v="4052" actId="1076"/>
          <ac:picMkLst>
            <pc:docMk/>
            <pc:sldMk cId="2589333419" sldId="278"/>
            <ac:picMk id="5" creationId="{E24F264D-0BAD-E1FE-CF19-8575F2BBE2DD}"/>
          </ac:picMkLst>
        </pc:picChg>
      </pc:sldChg>
      <pc:sldMasterChg chg="del delSldLayout">
        <pc:chgData name="Lorch, Robert M" userId="S::rlorch@uiowa.edu::fab7d2ca-73fd-43ac-88ae-e4267d71ff13" providerId="AD" clId="Web-{5BAA2FE9-2AE3-1C6F-7B69-0FE2221A7331}" dt="2026-03-16T21:48:25.644" v="62"/>
        <pc:sldMasterMkLst>
          <pc:docMk/>
          <pc:sldMasterMk cId="2460954070" sldId="2147483660"/>
        </pc:sldMasterMkLst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385387890" sldId="2147483661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949138452" sldId="2147483662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591524520" sldId="2147483663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203092039" sldId="2147483664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733172339" sldId="2147483665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210312558" sldId="2147483666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46388984" sldId="2147483667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171841454" sldId="2147483668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1718958274" sldId="2147483669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2202905451" sldId="2147483670"/>
          </pc:sldLayoutMkLst>
        </pc:sldLayoutChg>
        <pc:sldLayoutChg chg="del">
          <pc:chgData name="Lorch, Robert M" userId="S::rlorch@uiowa.edu::fab7d2ca-73fd-43ac-88ae-e4267d71ff13" providerId="AD" clId="Web-{5BAA2FE9-2AE3-1C6F-7B69-0FE2221A7331}" dt="2026-03-16T21:48:25.644" v="62"/>
          <pc:sldLayoutMkLst>
            <pc:docMk/>
            <pc:sldMasterMk cId="2460954070" sldId="2147483660"/>
            <pc:sldLayoutMk cId="3479445657" sldId="2147483671"/>
          </pc:sldLayoutMkLst>
        </pc:sldLayoutChg>
      </pc:sldMasterChg>
      <pc:sldMasterChg chg="add del addSldLayout del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084619209" sldId="2147483672"/>
        </pc:sldMasterMkLst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367300181" sldId="2147483673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448326141" sldId="2147483674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228152714" sldId="2147483675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223577600" sldId="2147483676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519939757" sldId="2147483677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580781506" sldId="2147483678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3994299043" sldId="2147483679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28482330" sldId="2147483680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4167794681" sldId="2147483681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969230434" sldId="2147483682"/>
          </pc:sldLayoutMkLst>
        </pc:sldLayoutChg>
        <pc:sldLayoutChg chg="add del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084619209" sldId="2147483672"/>
            <pc:sldLayoutMk cId="1187278210" sldId="2147483683"/>
          </pc:sldLayoutMkLst>
        </pc:sldLayoutChg>
      </pc:sldMasterChg>
      <pc:sldMasterChg chg="add addSldLayout modSldLayout">
        <pc:chgData name="Lorch, Robert M" userId="S::rlorch@uiowa.edu::fab7d2ca-73fd-43ac-88ae-e4267d71ff13" providerId="AD" clId="Web-{5BAA2FE9-2AE3-1C6F-7B69-0FE2221A7331}" dt="2026-03-16T21:48:27.159" v="63"/>
        <pc:sldMasterMkLst>
          <pc:docMk/>
          <pc:sldMasterMk cId="2333122478" sldId="2147483684"/>
        </pc:sldMasterMkLst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70120977" sldId="2147483685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2708266053" sldId="2147483686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01219097" sldId="2147483687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369839402" sldId="2147483688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550839062" sldId="2147483689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3488069156" sldId="2147483690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791349665" sldId="2147483691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972709162" sldId="2147483692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951958673" sldId="2147483693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1073315943" sldId="2147483694"/>
          </pc:sldLayoutMkLst>
        </pc:sldLayoutChg>
        <pc:sldLayoutChg chg="add mod replId">
          <pc:chgData name="Lorch, Robert M" userId="S::rlorch@uiowa.edu::fab7d2ca-73fd-43ac-88ae-e4267d71ff13" providerId="AD" clId="Web-{5BAA2FE9-2AE3-1C6F-7B69-0FE2221A7331}" dt="2026-03-16T21:48:27.159" v="63"/>
          <pc:sldLayoutMkLst>
            <pc:docMk/>
            <pc:sldMasterMk cId="2333122478" sldId="2147483684"/>
            <pc:sldLayoutMk cId="4042305509" sldId="2147483695"/>
          </pc:sldLayoutMkLst>
        </pc:sldLayoutChg>
      </pc:sldMasterChg>
    </pc:docChg>
  </pc:docChgLst>
  <pc:docChgLst>
    <pc:chgData name="Lorch, Robert M" userId="S::rlorch@uiowa.edu::fab7d2ca-73fd-43ac-88ae-e4267d71ff13" providerId="AD" clId="Web-{0220F826-5AE4-1C40-1D2A-DC633039E620}"/>
    <pc:docChg chg="addSld modSld">
      <pc:chgData name="Lorch, Robert M" userId="S::rlorch@uiowa.edu::fab7d2ca-73fd-43ac-88ae-e4267d71ff13" providerId="AD" clId="Web-{0220F826-5AE4-1C40-1D2A-DC633039E620}" dt="2026-03-16T17:08:32.134" v="311" actId="20577"/>
      <pc:docMkLst>
        <pc:docMk/>
      </pc:docMkLst>
      <pc:sldChg chg="modSp new">
        <pc:chgData name="Lorch, Robert M" userId="S::rlorch@uiowa.edu::fab7d2ca-73fd-43ac-88ae-e4267d71ff13" providerId="AD" clId="Web-{0220F826-5AE4-1C40-1D2A-DC633039E620}" dt="2026-03-16T17:08:32.134" v="311" actId="20577"/>
        <pc:sldMkLst>
          <pc:docMk/>
          <pc:sldMk cId="1572822883" sldId="257"/>
        </pc:sldMkLst>
        <pc:spChg chg="mod">
          <ac:chgData name="Lorch, Robert M" userId="S::rlorch@uiowa.edu::fab7d2ca-73fd-43ac-88ae-e4267d71ff13" providerId="AD" clId="Web-{0220F826-5AE4-1C40-1D2A-DC633039E620}" dt="2026-03-16T17:02:30.087" v="5" actId="20577"/>
          <ac:spMkLst>
            <pc:docMk/>
            <pc:sldMk cId="1572822883" sldId="257"/>
            <ac:spMk id="2" creationId="{B973628D-B4CD-4C8A-B76A-1315567874F0}"/>
          </ac:spMkLst>
        </pc:spChg>
        <pc:spChg chg="mod">
          <ac:chgData name="Lorch, Robert M" userId="S::rlorch@uiowa.edu::fab7d2ca-73fd-43ac-88ae-e4267d71ff13" providerId="AD" clId="Web-{0220F826-5AE4-1C40-1D2A-DC633039E620}" dt="2026-03-16T17:08:32.134" v="311" actId="20577"/>
          <ac:spMkLst>
            <pc:docMk/>
            <pc:sldMk cId="1572822883" sldId="257"/>
            <ac:spMk id="3" creationId="{962115ED-9912-DA77-67F5-5CDAA597005B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4B288D58-EBEB-3940-91FB-2E70D58DD4F8}" type="datetimeFigureOut">
              <a:rPr lang="en-US" smtClean="0"/>
              <a:t>3/18/26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6E7D3BD-964E-9548-96C7-33ED27501C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0549748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012097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0826605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0121909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98394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5508390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8806915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9134966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70916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5195867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0733159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4230550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dirty="0"/>
              <a:t>3/18/26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48F63A3B-78C7-47BE-AE5E-E10140E04643}" type="slidenum">
              <a:rPr lang="en-US" dirty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3312247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5" r:id="rId1"/>
    <p:sldLayoutId id="2147483686" r:id="rId2"/>
    <p:sldLayoutId id="2147483687" r:id="rId3"/>
    <p:sldLayoutId id="2147483688" r:id="rId4"/>
    <p:sldLayoutId id="2147483689" r:id="rId5"/>
    <p:sldLayoutId id="2147483690" r:id="rId6"/>
    <p:sldLayoutId id="2147483691" r:id="rId7"/>
    <p:sldLayoutId id="2147483692" r:id="rId8"/>
    <p:sldLayoutId id="2147483693" r:id="rId9"/>
    <p:sldLayoutId id="2147483694" r:id="rId10"/>
    <p:sldLayoutId id="2147483695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1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3.png"/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4.png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/Relationships>
</file>

<file path=ppt/slides/_rels/slide5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2.xml"/></Relationships>
</file>

<file path=ppt/slides/_rels/slide5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1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5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3.png"/><Relationship Id="rId2" Type="http://schemas.openxmlformats.org/officeDocument/2006/relationships/image" Target="../media/image4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4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2.xml"/></Relationships>
</file>

<file path=ppt/slides/_rels/slide6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8416954" cy="2387600"/>
          </a:xfrm>
        </p:spPr>
        <p:txBody>
          <a:bodyPr>
            <a:normAutofit fontScale="90000"/>
          </a:bodyPr>
          <a:lstStyle/>
          <a:p>
            <a:pPr algn="l"/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Parse this! Summoning Context-Sensitive Inputs with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982" y="3786596"/>
            <a:ext cx="12178018" cy="2018586"/>
          </a:xfrm>
        </p:spPr>
        <p:txBody>
          <a:bodyPr vert="horz" lIns="91440" tIns="45720" rIns="91440" bIns="45720" rtlCol="0" anchor="t">
            <a:normAutofit/>
          </a:bodyPr>
          <a:lstStyle/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="1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Rob Lorch</a:t>
            </a:r>
            <a:r>
              <a:rPr lang="en-US" b="1" baseline="300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*</a:t>
            </a:r>
            <a:r>
              <a:rPr lang="en-US" dirty="0">
                <a:latin typeface="Source Sans Pro"/>
                <a:ea typeface="Source Sans Pro"/>
              </a:rPr>
              <a:t>, Muhammad </a:t>
            </a:r>
            <a:r>
              <a:rPr lang="en-US" dirty="0" err="1">
                <a:latin typeface="Source Sans Pro"/>
                <a:ea typeface="Source Sans Pro"/>
              </a:rPr>
              <a:t>Daniyal</a:t>
            </a:r>
            <a:r>
              <a:rPr lang="en-US" dirty="0">
                <a:latin typeface="Source Sans Pro"/>
                <a:ea typeface="Source Sans Pro"/>
              </a:rPr>
              <a:t> </a:t>
            </a:r>
            <a:r>
              <a:rPr lang="en-US" dirty="0" err="1">
                <a:latin typeface="Source Sans Pro"/>
                <a:ea typeface="Source Sans Pro"/>
              </a:rPr>
              <a:t>Pirwani</a:t>
            </a:r>
            <a:r>
              <a:rPr lang="en-US" dirty="0">
                <a:latin typeface="Source Sans Pro"/>
                <a:ea typeface="Source Sans Pro"/>
              </a:rPr>
              <a:t> Dar</a:t>
            </a:r>
            <a:r>
              <a:rPr lang="en-US" baseline="30000" dirty="0">
                <a:latin typeface="Source Sans Pro"/>
                <a:ea typeface="Source Sans Pro"/>
              </a:rPr>
              <a:t>†</a:t>
            </a:r>
            <a:r>
              <a:rPr lang="en-US" dirty="0">
                <a:latin typeface="Source Sans Pro"/>
                <a:ea typeface="Source Sans Pro"/>
              </a:rPr>
              <a:t>, Cesare </a:t>
            </a:r>
            <a:r>
              <a:rPr lang="en-US" dirty="0" err="1">
                <a:latin typeface="Source Sans Pro"/>
                <a:ea typeface="Source Sans Pro"/>
              </a:rPr>
              <a:t>Tinelli</a:t>
            </a:r>
            <a:r>
              <a:rPr lang="en-US" baseline="30000" dirty="0">
                <a:latin typeface="Source Sans Pro"/>
                <a:ea typeface="Source Sans Pro"/>
              </a:rPr>
              <a:t>*</a:t>
            </a:r>
            <a:r>
              <a:rPr lang="en-US" dirty="0">
                <a:latin typeface="Source Sans Pro"/>
                <a:ea typeface="Source Sans Pro"/>
              </a:rPr>
              <a:t>, &amp; Omar Chowdhury</a:t>
            </a:r>
            <a:r>
              <a:rPr lang="en-US" baseline="30000" dirty="0">
                <a:latin typeface="Source Sans Pro"/>
                <a:ea typeface="Source Sans Pro"/>
              </a:rPr>
              <a:t>†</a:t>
            </a:r>
            <a:r>
              <a:rPr lang="en-US" dirty="0">
                <a:latin typeface="Source Sans Pro"/>
                <a:ea typeface="Source Sans Pro"/>
              </a:rPr>
              <a:t> 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Source Sans Pro"/>
                <a:ea typeface="Source Sans Pro"/>
              </a:rPr>
              <a:t>*</a:t>
            </a:r>
            <a:r>
              <a:rPr lang="en-US" dirty="0">
                <a:latin typeface="Source Sans Pro"/>
                <a:ea typeface="Source Sans Pro"/>
              </a:rPr>
              <a:t>The University of Iowa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baseline="30000" dirty="0">
                <a:latin typeface="Source Sans Pro"/>
                <a:ea typeface="Source Sans Pro"/>
              </a:rPr>
              <a:t>†</a:t>
            </a:r>
            <a:r>
              <a:rPr lang="en-US" dirty="0">
                <a:latin typeface="Source Sans Pro"/>
                <a:ea typeface="Source Sans Pro"/>
              </a:rPr>
              <a:t>Stony Brook University</a:t>
            </a:r>
          </a:p>
          <a:p>
            <a:pPr>
              <a:lnSpc>
                <a:spcPct val="100000"/>
              </a:lnSpc>
              <a:spcBef>
                <a:spcPts val="0"/>
              </a:spcBef>
            </a:pPr>
            <a:endParaRPr lang="en-US" dirty="0">
              <a:latin typeface="Source Sans Pro"/>
              <a:ea typeface="Source Sans Pro"/>
            </a:endParaRPr>
          </a:p>
          <a:p>
            <a:pPr>
              <a:lnSpc>
                <a:spcPct val="100000"/>
              </a:lnSpc>
              <a:spcBef>
                <a:spcPts val="0"/>
              </a:spcBef>
            </a:pPr>
            <a:r>
              <a:rPr lang="en-US" dirty="0">
                <a:latin typeface="Source Sans Pro"/>
                <a:ea typeface="Source Sans Pro"/>
              </a:rPr>
              <a:t>DATE</a:t>
            </a:r>
            <a:endParaRPr lang="en-US" dirty="0">
              <a:latin typeface="Aptos" panose="02110004020202020204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098572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Problem Introduction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/>
          </a:bodyPr>
          <a:lstStyle/>
          <a:p>
            <a:r>
              <a:rPr lang="en-US" dirty="0">
                <a:latin typeface="Source Sans Pro"/>
                <a:ea typeface="Source Sans Pro"/>
              </a:rPr>
              <a:t>Some software systems have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highly complex input formats</a:t>
            </a:r>
          </a:p>
          <a:p>
            <a:pPr lvl="1"/>
            <a:r>
              <a:rPr lang="en-US" dirty="0">
                <a:latin typeface="Source Sans Pro"/>
                <a:ea typeface="Source Sans Pro"/>
              </a:rPr>
              <a:t>Compilers, file renderers, network protocol stacks</a:t>
            </a:r>
          </a:p>
          <a:p>
            <a:r>
              <a:rPr lang="en-US" dirty="0">
                <a:latin typeface="Source Sans Pro"/>
                <a:ea typeface="Source Sans Pro"/>
              </a:rPr>
              <a:t>Complex input formats are difficult for testing, especially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automated testing</a:t>
            </a:r>
          </a:p>
          <a:p>
            <a:r>
              <a:rPr lang="en-US" dirty="0">
                <a:latin typeface="Source Sans Pro"/>
                <a:ea typeface="Source Sans Pro"/>
              </a:rPr>
              <a:t>We will discuss techniques for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automated input generation </a:t>
            </a:r>
            <a:r>
              <a:rPr lang="en-US" dirty="0">
                <a:latin typeface="Source Sans Pro"/>
                <a:ea typeface="Source Sans Pro"/>
              </a:rPr>
              <a:t>of software with complex input formats</a:t>
            </a:r>
          </a:p>
          <a:p>
            <a:r>
              <a:rPr lang="en-US" dirty="0">
                <a:latin typeface="Source Sans Pro"/>
                <a:ea typeface="Source Sans Pro"/>
              </a:rPr>
              <a:t>Given an input specification, how to generate inputs?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679209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Well-formedness checks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Derived fields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Main 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8830184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Roadmap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Well-formedness checks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Derived fields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Main 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664057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</p:spPr>
            <p:txBody>
              <a:bodyPr vert="horz" lIns="91440" tIns="45720" rIns="91440" bIns="45720" rtlCol="0" anchor="t">
                <a:normAutofit lnSpcReduction="10000"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Use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grammars </a:t>
                </a:r>
                <a:r>
                  <a:rPr lang="en-US" dirty="0">
                    <a:latin typeface="Source Sans Pro"/>
                    <a:ea typeface="Source Sans Pro"/>
                  </a:rPr>
                  <a:t>(CFGs) to capture input structure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HTTP requests, DNS packets, </a:t>
                </a:r>
                <a:r>
                  <a:rPr lang="en-US" dirty="0" err="1">
                    <a:latin typeface="Source Sans Pro"/>
                    <a:ea typeface="Source Sans Pro"/>
                  </a:rPr>
                  <a:t>LangFuzz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Can only handle context-free aspects of the spec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Consider packet format with fields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and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:r>
                  <a:rPr lang="en-US" dirty="0" err="1">
                    <a:latin typeface="Source Sans Pro"/>
                    <a:ea typeface="Source Sans Pro"/>
                  </a:rPr>
                  <a:t>s.t.</a:t>
                </a:r>
                <a:r>
                  <a:rPr lang="en-US" dirty="0">
                    <a:latin typeface="Source Sans Pro"/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𝑓</m:t>
                        </m:r>
                      </m:e>
                      <m:sub>
                        <m: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=</m:t>
                    </m:r>
                    <m:d>
                      <m:dPr>
                        <m:begChr m:val="|"/>
                        <m:endChr m:val="|"/>
                        <m:ctrlPr>
                          <a:rPr lang="en-US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sSubPr>
                          <m:e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𝑓</m:t>
                            </m:r>
                          </m:e>
                          <m:sub>
                            <m:r>
                              <a:rPr lang="en-US" b="0" i="1" dirty="0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2</m:t>
                            </m:r>
                          </m:sub>
                        </m:sSub>
                      </m:e>
                    </m:d>
                  </m:oMath>
                </a14:m>
                <a:endParaRPr lang="en-US" b="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Tools tailor-made for the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system under test </a:t>
                </a:r>
                <a:r>
                  <a:rPr lang="en-US" dirty="0">
                    <a:latin typeface="Source Sans Pro"/>
                    <a:ea typeface="Source Sans Pro"/>
                  </a:rPr>
                  <a:t>(SUT)</a:t>
                </a:r>
              </a:p>
              <a:p>
                <a:pPr lvl="1"/>
                <a:r>
                  <a:rPr lang="en-US" dirty="0" err="1">
                    <a:latin typeface="Source Sans Pro"/>
                    <a:ea typeface="Source Sans Pro"/>
                  </a:rPr>
                  <a:t>CSmith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Lacks generality!</a:t>
                </a:r>
              </a:p>
              <a:p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Coverage-guided mutation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How to generate an initial corpus?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What if no access to coverage information?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Mutations still blind to specification constraints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0515600" cy="4600342"/>
              </a:xfrm>
              <a:blipFill>
                <a:blip r:embed="rId2"/>
                <a:stretch>
                  <a:fillRect l="-1086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489454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0117FD7E-21BA-CBA0-9F15-68A43DEFEA78}"/>
              </a:ext>
            </a:extLst>
          </p:cNvPr>
          <p:cNvSpPr/>
          <p:nvPr/>
        </p:nvSpPr>
        <p:spPr>
          <a:xfrm>
            <a:off x="951263" y="3733101"/>
            <a:ext cx="10402537" cy="1224792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2800" b="1" dirty="0">
                <a:solidFill>
                  <a:schemeClr val="tx1"/>
                </a:solidFill>
                <a:latin typeface="Source Sans Pro"/>
                <a:ea typeface="Source Sans Pro"/>
              </a:rPr>
              <a:t>Refine CFG-based approaches to be more expressive, while maintaining their generality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Wishlist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734604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An input generation approach that gives…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Generality of CFG-based approaches</a:t>
            </a:r>
          </a:p>
          <a:p>
            <a:pPr marL="514350" indent="-514350"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Expressiveness and performance of tailor-made </a:t>
            </a:r>
            <a:r>
              <a:rPr lang="en-US" dirty="0" err="1">
                <a:latin typeface="Source Sans Pro"/>
                <a:ea typeface="Source Sans Pro"/>
              </a:rPr>
              <a:t>fuzzers</a:t>
            </a:r>
            <a:endParaRPr lang="en-US" dirty="0"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351604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3" grpId="0" uiExpand="1" build="p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First, a CFG-based input generation example: XML!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99965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Input Generation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Termination? Well-formed inputs?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8E94A421-C755-47DC-7043-F75A9DDCF89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55501" y="2306233"/>
            <a:ext cx="6880998" cy="449825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421569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Introducing 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AppleGothic" pitchFamily="2" charset="-127"/>
                <a:cs typeface="Courier New" panose="02070309020205020404" pitchFamily="49" charset="0"/>
              </a:rPr>
              <a:t>Goblin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dirty="0">
                    <a:latin typeface="Source Sans Pro"/>
                    <a:ea typeface="Source Sans Pro"/>
                  </a:rPr>
                  <a:t>Presenting </a:t>
                </a:r>
                <a:r>
                  <a:rPr lang="en-US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 input generation</a:t>
                </a:r>
                <a:r>
                  <a:rPr lang="en-US" dirty="0">
                    <a:latin typeface="Source Sans Pro"/>
                    <a:ea typeface="Source Sans Pro"/>
                  </a:rPr>
                  <a:t> tool, supported by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DSL</a:t>
                </a:r>
                <a:r>
                  <a:rPr lang="en-US" dirty="0">
                    <a:latin typeface="Source Sans Pro"/>
                    <a:ea typeface="Source Sans Pro"/>
                  </a:rPr>
                  <a:t> with a formal semantics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 new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algorithm </a:t>
                </a:r>
                <a:r>
                  <a:rPr lang="en-US" dirty="0">
                    <a:latin typeface="Source Sans Pro"/>
                    <a:ea typeface="Source Sans Pro"/>
                  </a:rPr>
                  <a:t>to address the underlying problem 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Supporting constraint solving over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arbitrary SMT theories</a:t>
                </a:r>
              </a:p>
              <a:p>
                <a:pPr lvl="1"/>
                <a:r>
                  <a:rPr lang="en-US" dirty="0">
                    <a:latin typeface="Source Sans Pro"/>
                    <a:ea typeface="Source Sans Pro"/>
                  </a:rPr>
                  <a:t>And evaluated in the context of real fuzzing workflows</a:t>
                </a:r>
              </a:p>
              <a:p>
                <a:r>
                  <a:rPr lang="en-US" dirty="0">
                    <a:latin typeface="Source Sans Pro"/>
                    <a:ea typeface="Source Sans Pro"/>
                  </a:rPr>
                  <a:t>Given a </a:t>
                </a:r>
                <a:r>
                  <a:rPr lang="en-US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context-sensitive</a:t>
                </a:r>
                <a:r>
                  <a:rPr lang="en-US" dirty="0">
                    <a:latin typeface="Source Sans Pro"/>
                    <a:ea typeface="Source Sans Pro"/>
                  </a:rPr>
                  <a:t> grammar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, find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ℒ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r>
                  <a:rPr lang="en-US" dirty="0">
                    <a:latin typeface="Source Sans Pro"/>
                    <a:ea typeface="Source Sans Pro"/>
                  </a:rPr>
                  <a:t>What is a context-sensitive grammar? See ANTLR, </a:t>
                </a:r>
                <a:r>
                  <a:rPr lang="en-US" dirty="0" err="1">
                    <a:latin typeface="Source Sans Pro"/>
                    <a:ea typeface="Source Sans Pro"/>
                  </a:rPr>
                  <a:t>yacc</a:t>
                </a:r>
                <a:endParaRPr lang="en-US" dirty="0">
                  <a:latin typeface="Source Sans Pro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lvl="1"/>
                <a:endParaRPr lang="en-US" dirty="0">
                  <a:latin typeface="Book Antiqua" panose="02040602050305030304" pitchFamily="18" charset="0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0515600" cy="4097003"/>
              </a:xfrm>
              <a:blipFill>
                <a:blip r:embed="rId2"/>
                <a:stretch>
                  <a:fillRect l="-1086" t="-246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white background with black text&#10;&#10;Description automatically generated">
            <a:extLst>
              <a:ext uri="{FF2B5EF4-FFF2-40B4-BE49-F238E27FC236}">
                <a16:creationId xmlns:a16="http://schemas.microsoft.com/office/drawing/2014/main" id="{1D435E02-A2DA-EB69-8ADB-735BFFEF0F4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5219267"/>
            <a:ext cx="7772400" cy="15241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378402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is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input generator</a:t>
            </a:r>
            <a:r>
              <a:rPr lang="en-US" dirty="0">
                <a:latin typeface="Source Sans Pro"/>
                <a:ea typeface="Source Sans Pro"/>
              </a:rPr>
              <a:t>, but not a (complete) </a:t>
            </a:r>
            <a:r>
              <a:rPr lang="en-US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fuzzer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solidFill>
              <a:schemeClr val="accent1">
                <a:lumMod val="20000"/>
                <a:lumOff val="8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6606383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tools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10000"/>
              <a:lumOff val="9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>
                    <a:lumMod val="50000"/>
                    <a:lumOff val="50000"/>
                  </a:schemeClr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>
                  <a:lumMod val="50000"/>
                  <a:lumOff val="50000"/>
                </a:schemeClr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solidFill>
              <a:schemeClr val="tx2">
                <a:lumMod val="10000"/>
                <a:lumOff val="90000"/>
              </a:schemeClr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20495883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tools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7204387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Most tools perform mutations at the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byte level</a:t>
            </a: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2036015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Input Generation vs Fuzzing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Some tools perform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structure-aware mutations 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(</a:t>
            </a:r>
            <a:r>
              <a:rPr lang="en-US" dirty="0" err="1">
                <a:solidFill>
                  <a:schemeClr val="tx1"/>
                </a:solidFill>
                <a:latin typeface="Source Sans Pro"/>
                <a:ea typeface="Source Sans Pro"/>
              </a:rPr>
              <a:t>ATFuzz</a:t>
            </a:r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, SAECRED)</a:t>
            </a: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Parallelogram 4">
            <a:extLst>
              <a:ext uri="{FF2B5EF4-FFF2-40B4-BE49-F238E27FC236}">
                <a16:creationId xmlns:a16="http://schemas.microsoft.com/office/drawing/2014/main" id="{AA80C746-C23A-7B52-651D-F18FA454800C}"/>
              </a:ext>
            </a:extLst>
          </p:cNvPr>
          <p:cNvSpPr/>
          <p:nvPr/>
        </p:nvSpPr>
        <p:spPr>
          <a:xfrm>
            <a:off x="2155971" y="2738645"/>
            <a:ext cx="2114024" cy="518385"/>
          </a:xfrm>
          <a:prstGeom prst="parallelogram">
            <a:avLst/>
          </a:prstGeom>
          <a:solidFill>
            <a:schemeClr val="tx2">
              <a:lumMod val="75000"/>
              <a:lumOff val="25000"/>
            </a:schemeClr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bg1"/>
                </a:solidFill>
                <a:latin typeface="Source Sans Pro"/>
                <a:ea typeface="Source Sans Pro"/>
              </a:rPr>
              <a:t>Grammar/spec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28A94668-C332-DC8E-EB77-DA552DE56EA5}"/>
              </a:ext>
            </a:extLst>
          </p:cNvPr>
          <p:cNvSpPr/>
          <p:nvPr/>
        </p:nvSpPr>
        <p:spPr>
          <a:xfrm>
            <a:off x="4916646" y="2688815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Book Antiqua" panose="02040602050305030304" pitchFamily="18" charset="0"/>
              </a:rPr>
              <a:t>Goblin</a:t>
            </a:r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7B13A3B3-956A-9662-8EE9-33D860AEC6CA}"/>
              </a:ext>
            </a:extLst>
          </p:cNvPr>
          <p:cNvSpPr/>
          <p:nvPr/>
        </p:nvSpPr>
        <p:spPr>
          <a:xfrm>
            <a:off x="7094430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Fuzzing driver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0" name="Rectangle 9">
            <a:extLst>
              <a:ext uri="{FF2B5EF4-FFF2-40B4-BE49-F238E27FC236}">
                <a16:creationId xmlns:a16="http://schemas.microsoft.com/office/drawing/2014/main" id="{C8977200-9B65-2F3D-73A9-5FCF88AD55D6}"/>
              </a:ext>
            </a:extLst>
          </p:cNvPr>
          <p:cNvSpPr/>
          <p:nvPr/>
        </p:nvSpPr>
        <p:spPr>
          <a:xfrm>
            <a:off x="9159521" y="3839948"/>
            <a:ext cx="1299595" cy="627077"/>
          </a:xfrm>
          <a:prstGeom prst="rect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2" name="Parallelogram 11">
            <a:extLst>
              <a:ext uri="{FF2B5EF4-FFF2-40B4-BE49-F238E27FC236}">
                <a16:creationId xmlns:a16="http://schemas.microsoft.com/office/drawing/2014/main" id="{3DC9914F-1DB6-24F6-3DDB-4B72598E23D5}"/>
              </a:ext>
            </a:extLst>
          </p:cNvPr>
          <p:cNvSpPr/>
          <p:nvPr/>
        </p:nvSpPr>
        <p:spPr>
          <a:xfrm>
            <a:off x="6687216" y="2743160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input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13" name="Parallelogram 12">
            <a:extLst>
              <a:ext uri="{FF2B5EF4-FFF2-40B4-BE49-F238E27FC236}">
                <a16:creationId xmlns:a16="http://schemas.microsoft.com/office/drawing/2014/main" id="{4AF8D018-C30A-6AD7-ADAB-D4B939AE4D9B}"/>
              </a:ext>
            </a:extLst>
          </p:cNvPr>
          <p:cNvSpPr/>
          <p:nvPr/>
        </p:nvSpPr>
        <p:spPr>
          <a:xfrm>
            <a:off x="8752306" y="5053984"/>
            <a:ext cx="2114024" cy="518385"/>
          </a:xfrm>
          <a:prstGeom prst="parallelogram">
            <a:avLst/>
          </a:prstGeom>
          <a:solidFill>
            <a:schemeClr val="tx2">
              <a:lumMod val="25000"/>
              <a:lumOff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Source Sans Pro"/>
                <a:ea typeface="Source Sans Pro"/>
              </a:rPr>
              <a:t>SUT output</a:t>
            </a:r>
            <a:endParaRPr lang="en-US" dirty="0">
              <a:solidFill>
                <a:schemeClr val="tx1"/>
              </a:solidFill>
            </a:endParaRPr>
          </a:p>
        </p:txBody>
      </p:sp>
      <p:cxnSp>
        <p:nvCxnSpPr>
          <p:cNvPr id="17" name="Straight Arrow Connector 16">
            <a:extLst>
              <a:ext uri="{FF2B5EF4-FFF2-40B4-BE49-F238E27FC236}">
                <a16:creationId xmlns:a16="http://schemas.microsoft.com/office/drawing/2014/main" id="{B46D43F3-139F-F12A-BDD2-DDC9B7DCC99D}"/>
              </a:ext>
            </a:extLst>
          </p:cNvPr>
          <p:cNvCxnSpPr>
            <a:stCxn id="5" idx="2"/>
            <a:endCxn id="6" idx="1"/>
          </p:cNvCxnSpPr>
          <p:nvPr/>
        </p:nvCxnSpPr>
        <p:spPr>
          <a:xfrm>
            <a:off x="4205197" y="2997838"/>
            <a:ext cx="711449" cy="4516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Arrow Connector 17">
            <a:extLst>
              <a:ext uri="{FF2B5EF4-FFF2-40B4-BE49-F238E27FC236}">
                <a16:creationId xmlns:a16="http://schemas.microsoft.com/office/drawing/2014/main" id="{6723D3B4-88FF-AB11-4D63-35BF4AC8328D}"/>
              </a:ext>
            </a:extLst>
          </p:cNvPr>
          <p:cNvCxnSpPr>
            <a:cxnSpLocks/>
            <a:stCxn id="6" idx="3"/>
            <a:endCxn id="12" idx="5"/>
          </p:cNvCxnSpPr>
          <p:nvPr/>
        </p:nvCxnSpPr>
        <p:spPr>
          <a:xfrm flipV="1">
            <a:off x="6216241" y="3002353"/>
            <a:ext cx="535773" cy="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4359CD73-2AC8-8029-7ABD-21E4A2B849E6}"/>
              </a:ext>
            </a:extLst>
          </p:cNvPr>
          <p:cNvCxnSpPr>
            <a:cxnSpLocks/>
            <a:stCxn id="12" idx="4"/>
            <a:endCxn id="9" idx="0"/>
          </p:cNvCxnSpPr>
          <p:nvPr/>
        </p:nvCxnSpPr>
        <p:spPr>
          <a:xfrm>
            <a:off x="7744228" y="3261545"/>
            <a:ext cx="0" cy="578403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Straight Arrow Connector 23">
            <a:extLst>
              <a:ext uri="{FF2B5EF4-FFF2-40B4-BE49-F238E27FC236}">
                <a16:creationId xmlns:a16="http://schemas.microsoft.com/office/drawing/2014/main" id="{4C1A1F7B-F2E5-E034-5EFB-CB57519718DA}"/>
              </a:ext>
            </a:extLst>
          </p:cNvPr>
          <p:cNvCxnSpPr>
            <a:cxnSpLocks/>
            <a:stCxn id="9" idx="3"/>
            <a:endCxn id="10" idx="1"/>
          </p:cNvCxnSpPr>
          <p:nvPr/>
        </p:nvCxnSpPr>
        <p:spPr>
          <a:xfrm>
            <a:off x="8394025" y="4153487"/>
            <a:ext cx="765496" cy="0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Straight Arrow Connector 26">
            <a:extLst>
              <a:ext uri="{FF2B5EF4-FFF2-40B4-BE49-F238E27FC236}">
                <a16:creationId xmlns:a16="http://schemas.microsoft.com/office/drawing/2014/main" id="{6BC18AE0-9EAD-0118-6985-8765C442266F}"/>
              </a:ext>
            </a:extLst>
          </p:cNvPr>
          <p:cNvCxnSpPr>
            <a:cxnSpLocks/>
            <a:stCxn id="10" idx="2"/>
            <a:endCxn id="13" idx="0"/>
          </p:cNvCxnSpPr>
          <p:nvPr/>
        </p:nvCxnSpPr>
        <p:spPr>
          <a:xfrm flipH="1">
            <a:off x="9809318" y="4467025"/>
            <a:ext cx="1" cy="586959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Elbow Connector 34">
            <a:extLst>
              <a:ext uri="{FF2B5EF4-FFF2-40B4-BE49-F238E27FC236}">
                <a16:creationId xmlns:a16="http://schemas.microsoft.com/office/drawing/2014/main" id="{62074621-1E76-4AEC-53A7-42ED605B949B}"/>
              </a:ext>
            </a:extLst>
          </p:cNvPr>
          <p:cNvCxnSpPr>
            <a:stCxn id="13" idx="5"/>
            <a:endCxn id="9" idx="2"/>
          </p:cNvCxnSpPr>
          <p:nvPr/>
        </p:nvCxnSpPr>
        <p:spPr>
          <a:xfrm rot="10800000">
            <a:off x="7744228" y="4467025"/>
            <a:ext cx="1072876" cy="846152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Elbow Connector 35">
            <a:extLst>
              <a:ext uri="{FF2B5EF4-FFF2-40B4-BE49-F238E27FC236}">
                <a16:creationId xmlns:a16="http://schemas.microsoft.com/office/drawing/2014/main" id="{F244A8DC-06E3-1F7F-355A-A231FB77AD65}"/>
              </a:ext>
            </a:extLst>
          </p:cNvPr>
          <p:cNvCxnSpPr>
            <a:cxnSpLocks/>
            <a:stCxn id="9" idx="1"/>
            <a:endCxn id="6" idx="2"/>
          </p:cNvCxnSpPr>
          <p:nvPr/>
        </p:nvCxnSpPr>
        <p:spPr>
          <a:xfrm rot="10800000">
            <a:off x="5566444" y="3315893"/>
            <a:ext cx="1527986" cy="837595"/>
          </a:xfrm>
          <a:prstGeom prst="bentConnector2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6385814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Structure-Aware Mutations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perform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context-sensitive, structure-aware </a:t>
            </a:r>
            <a:r>
              <a:rPr lang="en-US" sz="2400" dirty="0">
                <a:latin typeface="Source Sans Pro"/>
                <a:ea typeface="Source Sans Pro"/>
              </a:rPr>
              <a:t>mutations?</a:t>
            </a:r>
          </a:p>
          <a:p>
            <a:pPr marL="0" indent="0">
              <a:buNone/>
            </a:pP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Crossover mutation </a:t>
            </a:r>
            <a:r>
              <a:rPr lang="en-US" sz="2400" dirty="0">
                <a:latin typeface="Source Sans Pro"/>
                <a:ea typeface="Source Sans Pro"/>
              </a:rPr>
              <a:t>swapping </a:t>
            </a:r>
            <a:r>
              <a:rPr lang="en-US" sz="2400" dirty="0">
                <a:solidFill>
                  <a:srgbClr val="15BBC0"/>
                </a:solidFill>
                <a:latin typeface="Source Sans Pro"/>
                <a:ea typeface="Source Sans Pro"/>
              </a:rPr>
              <a:t>GROUP_ID </a:t>
            </a:r>
            <a:r>
              <a:rPr lang="en-US" sz="2400" dirty="0">
                <a:latin typeface="Source Sans Pro"/>
                <a:ea typeface="Source Sans Pro"/>
              </a:rPr>
              <a:t>and </a:t>
            </a:r>
            <a:r>
              <a:rPr lang="en-US" sz="2400" dirty="0">
                <a:solidFill>
                  <a:srgbClr val="15BBC0"/>
                </a:solidFill>
                <a:latin typeface="Source Sans Pro"/>
                <a:ea typeface="Source Sans Pro"/>
              </a:rPr>
              <a:t>RG_LIST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white screen with blue and green text&#10;&#10;Description automatically generated">
            <a:extLst>
              <a:ext uri="{FF2B5EF4-FFF2-40B4-BE49-F238E27FC236}">
                <a16:creationId xmlns:a16="http://schemas.microsoft.com/office/drawing/2014/main" id="{340286BA-49C0-26D5-B6FD-9D085D0A039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469508"/>
            <a:ext cx="7772400" cy="3820480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953BA619-C5A4-0792-CAA2-9FC467DC78EA}"/>
              </a:ext>
            </a:extLst>
          </p:cNvPr>
          <p:cNvSpPr txBox="1"/>
          <p:nvPr/>
        </p:nvSpPr>
        <p:spPr>
          <a:xfrm>
            <a:off x="-207" y="6231265"/>
            <a:ext cx="12192000" cy="5232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800" b="1" dirty="0">
                <a:latin typeface="Source Sans Pro"/>
                <a:ea typeface="Source Sans Pro"/>
              </a:rPr>
              <a:t>Prior work cannot tie </a:t>
            </a:r>
            <a:r>
              <a:rPr lang="en-US" sz="2800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global constraints </a:t>
            </a:r>
            <a:r>
              <a:rPr lang="en-US" sz="2800" b="1" dirty="0">
                <a:latin typeface="Source Sans Pro"/>
                <a:ea typeface="Source Sans Pro"/>
              </a:rPr>
              <a:t>to mutations</a:t>
            </a:r>
            <a:endParaRPr lang="en-US" sz="2800" b="1" dirty="0"/>
          </a:p>
        </p:txBody>
      </p:sp>
    </p:spTree>
    <p:extLst>
      <p:ext uri="{BB962C8B-B14F-4D97-AF65-F5344CB8AC3E}">
        <p14:creationId xmlns:p14="http://schemas.microsoft.com/office/powerpoint/2010/main" val="5748073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11" grpId="0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Prior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aphicFrame>
        <p:nvGraphicFramePr>
          <p:cNvPr id="7" name="Table 8">
            <a:extLst>
              <a:ext uri="{FF2B5EF4-FFF2-40B4-BE49-F238E27FC236}">
                <a16:creationId xmlns:a16="http://schemas.microsoft.com/office/drawing/2014/main" id="{6E7A11B4-8EF3-5962-0E16-46B5FB79EAF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96327959"/>
              </p:ext>
            </p:extLst>
          </p:nvPr>
        </p:nvGraphicFramePr>
        <p:xfrm>
          <a:off x="838200" y="2565773"/>
          <a:ext cx="10515600" cy="1752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4235815248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84276844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473409951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1800242470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359253530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Tool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Constraint type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Philosophy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Search algorithm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dirty="0">
                          <a:solidFill>
                            <a:schemeClr val="bg1"/>
                          </a:solidFill>
                          <a:latin typeface="Source Sans Pro"/>
                          <a:ea typeface="Source Sans Pro"/>
                        </a:rPr>
                        <a:t>Native theories</a:t>
                      </a:r>
                      <a:endParaRPr lang="en-US" dirty="0">
                        <a:solidFill>
                          <a:schemeClr val="bg1"/>
                        </a:solidFill>
                      </a:endParaRPr>
                    </a:p>
                    <a:p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2829957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latin typeface="Book Antiqua" panose="02040602050305030304" pitchFamily="18" charset="0"/>
                        </a:rPr>
                        <a:t>Goblin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Fandango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Minimalist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Constraint solving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All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876511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Fandango</a:t>
                      </a:r>
                      <a:endParaRPr lang="en-US" dirty="0">
                        <a:solidFill>
                          <a:schemeClr val="tx1"/>
                        </a:solidFill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Fandango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Maximalist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Constraint solving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Strings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4761492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 err="1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ISLa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Fandango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Maximalist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Genetic algorithm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>
                          <a:solidFill>
                            <a:schemeClr val="tx1"/>
                          </a:solidFill>
                          <a:latin typeface="Source Sans Pro"/>
                          <a:ea typeface="Source Sans Pro"/>
                        </a:rPr>
                        <a:t>All</a:t>
                      </a:r>
                      <a:endParaRPr lang="en-U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14581833"/>
                  </a:ext>
                </a:extLst>
              </a:tr>
            </a:tbl>
          </a:graphicData>
        </a:graphic>
      </p:graphicFrame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496798A0-0675-BE2D-E6E5-F67CDE231AC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263" y="4736605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2400" dirty="0">
                <a:latin typeface="Source Sans Pro"/>
                <a:ea typeface="Source Sans Pro"/>
              </a:rPr>
              <a:t>Fandango constraints may be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non-monotonic</a:t>
            </a:r>
            <a:r>
              <a:rPr lang="en-US" sz="2400" dirty="0">
                <a:latin typeface="Source Sans Pro"/>
                <a:ea typeface="Source Sans Pro"/>
              </a:rPr>
              <a:t> (no monotonically decreasing notion of distance for constraint satisfaction) and time out for simple examples (equality, set membership)</a:t>
            </a:r>
            <a:endParaRPr lang="en-US" sz="2400" dirty="0">
              <a:solidFill>
                <a:srgbClr val="15BBC0"/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149658882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build="p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Well-formedness checks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Derived fields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Main 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12698782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Production Rules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grammars have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production rules </a:t>
            </a:r>
            <a:r>
              <a:rPr lang="en-US" sz="2400" dirty="0">
                <a:latin typeface="Source Sans Pro"/>
                <a:ea typeface="Source Sans Pro"/>
              </a:rPr>
              <a:t>as in CFGs</a:t>
            </a:r>
            <a:endParaRPr lang="en-US" sz="2400" dirty="0">
              <a:solidFill>
                <a:srgbClr val="15BBC0"/>
              </a:solidFill>
              <a:latin typeface="Source Sans Pro"/>
              <a:ea typeface="Source Sans Pro"/>
            </a:endParaRP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BCCB0CFF-07BD-0840-9185-61A50394B57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39588"/>
            <a:ext cx="7772400" cy="3606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6921966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Type Annotations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Use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symbolic terminals </a:t>
            </a:r>
            <a:r>
              <a:rPr lang="en-US" sz="2400" dirty="0">
                <a:latin typeface="Source Sans Pro"/>
                <a:ea typeface="Source Sans Pro"/>
              </a:rPr>
              <a:t>(in </a:t>
            </a:r>
            <a:r>
              <a:rPr lang="en-US" sz="2400" dirty="0">
                <a:solidFill>
                  <a:srgbClr val="15BBC0"/>
                </a:solidFill>
                <a:latin typeface="Source Sans Pro"/>
                <a:ea typeface="Source Sans Pro"/>
              </a:rPr>
              <a:t>teal</a:t>
            </a:r>
            <a:r>
              <a:rPr lang="en-US" sz="2400" dirty="0">
                <a:latin typeface="Source Sans Pro"/>
                <a:ea typeface="Source Sans Pro"/>
              </a:rPr>
              <a:t>)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type annotations </a:t>
            </a:r>
            <a:r>
              <a:rPr lang="en-US" sz="2400" dirty="0">
                <a:latin typeface="Source Sans Pro"/>
                <a:ea typeface="Source Sans Pro"/>
              </a:rPr>
              <a:t>rather than concrete terminals. Capture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abstract syntax</a:t>
            </a:r>
            <a:r>
              <a:rPr lang="en-US" sz="2400" dirty="0">
                <a:latin typeface="Source Sans Pro"/>
                <a:ea typeface="Source Sans Pro"/>
              </a:rPr>
              <a:t>, not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concrete syntax 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6FD0D61-6BFB-84A5-A427-A958D573716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651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895360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Refinement Types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Constrain symbolic terminals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refinement types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 shot of a computer code&#10;&#10;Description automatically generated">
            <a:extLst>
              <a:ext uri="{FF2B5EF4-FFF2-40B4-BE49-F238E27FC236}">
                <a16:creationId xmlns:a16="http://schemas.microsoft.com/office/drawing/2014/main" id="{51896D37-324B-212D-C5BA-AA1871A8500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316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2558915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Semantic Constraints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Attach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semantic constraints</a:t>
            </a:r>
            <a:r>
              <a:rPr lang="en-US" sz="2400" dirty="0">
                <a:latin typeface="Source Sans Pro"/>
                <a:ea typeface="Source Sans Pro"/>
              </a:rPr>
              <a:t> to production rules 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Support types/functions/predicates with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SMT-LIB</a:t>
            </a:r>
            <a:r>
              <a:rPr lang="en-US" sz="2400" dirty="0">
                <a:latin typeface="Source Sans Pro"/>
                <a:ea typeface="Source Sans Pro"/>
              </a:rPr>
              <a:t> analogues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EA4EECF6-CE18-6089-4E85-8CA494077B5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42045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Reference child nonterminals with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 dot notation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AA5B3167-0DDC-B422-161E-C12A5EA698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925368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Dot Notation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1224792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Dot notation is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partial</a:t>
            </a:r>
            <a:r>
              <a:rPr lang="en-US" sz="2400" dirty="0">
                <a:latin typeface="Source Sans Pro"/>
                <a:ea typeface="Source Sans Pro"/>
              </a:rPr>
              <a:t> and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implicitly universally quantified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" name="Picture 7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AA5B3167-0DDC-B422-161E-C12A5EA698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565773"/>
            <a:ext cx="7772400" cy="362258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0599272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Many constraints are not amenable to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automated constraint solving </a:t>
            </a:r>
            <a:r>
              <a:rPr lang="en-US" dirty="0">
                <a:latin typeface="Source Sans Pro"/>
                <a:ea typeface="Source Sans Pro"/>
              </a:rPr>
              <a:t>with an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SMT engine</a:t>
            </a: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Cryptographic hashes, checksums, or </a:t>
            </a: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any computable function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738645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7984770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Language Features: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 </a:t>
            </a:r>
            <a:r>
              <a:rPr lang="en-US" dirty="0">
                <a:latin typeface="Source Sans Pro"/>
                <a:ea typeface="Source Sans Pro"/>
              </a:rPr>
              <a:t>with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enlo" panose="020B0609030804020204" pitchFamily="49" charset="0"/>
                <a:ea typeface="Menlo" panose="020B0609030804020204" pitchFamily="49" charset="0"/>
                <a:cs typeface="Menlo" panose="020B0609030804020204" pitchFamily="49" charset="0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denote nonterminals that are directly computable, enforced syntactically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Operators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&lt;-</a:t>
            </a:r>
            <a:r>
              <a:rPr lang="en-US" dirty="0">
                <a:latin typeface="Source Sans Pro"/>
                <a:ea typeface="Source Sans Pro"/>
              </a:rPr>
              <a:t> and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=</a:t>
            </a:r>
            <a:r>
              <a:rPr lang="en-US" dirty="0">
                <a:latin typeface="Source Sans Pro"/>
                <a:ea typeface="Source Sans Pro"/>
              </a:rPr>
              <a:t> are semantically interchangeable</a:t>
            </a:r>
          </a:p>
          <a:p>
            <a:pPr marL="0" indent="0">
              <a:buNone/>
            </a:pPr>
            <a:r>
              <a:rPr lang="en-US" dirty="0">
                <a:latin typeface="Source Sans Pro"/>
                <a:ea typeface="Source Sans Pro"/>
              </a:rPr>
              <a:t>But try telling an SMT solver to find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x </a:t>
            </a:r>
            <a:r>
              <a:rPr lang="en-US" dirty="0">
                <a:latin typeface="Source Sans Pro"/>
                <a:ea typeface="Source Sans Pro"/>
              </a:rPr>
              <a:t>such that </a:t>
            </a:r>
            <a:r>
              <a:rPr lang="en-US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hash(x) = y</a:t>
            </a:r>
            <a:r>
              <a:rPr lang="en-US" dirty="0">
                <a:latin typeface="Source Sans Pro"/>
                <a:ea typeface="Source Sans Pro"/>
              </a:rPr>
              <a:t>…</a:t>
            </a:r>
          </a:p>
          <a:p>
            <a:pPr marL="514350" indent="-514350">
              <a:buAutoNum type="arabicPeriod"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3F43A498-BD3B-0659-C79D-E22324E5F10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690688"/>
            <a:ext cx="7772400" cy="18880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504383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Well-formedness checks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Derived fields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Main 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5249037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590733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What are the semantics of a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grammar?</a:t>
            </a:r>
          </a:p>
          <a:p>
            <a:pPr marL="0" indent="0">
              <a:buNone/>
            </a:pP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generates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abstract syntax trees</a:t>
            </a:r>
            <a:r>
              <a:rPr lang="en-US" sz="2400" dirty="0">
                <a:latin typeface="Source Sans Pro"/>
                <a:ea typeface="Source Sans Pro"/>
              </a:rPr>
              <a:t>, not strings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Not a string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0x0106020321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diagram&#10;&#10;Description automatically generated">
            <a:extLst>
              <a:ext uri="{FF2B5EF4-FFF2-40B4-BE49-F238E27FC236}">
                <a16:creationId xmlns:a16="http://schemas.microsoft.com/office/drawing/2014/main" id="{77C1CA99-0B9C-8249-94C9-1CAAB8412EF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363352" y="2429452"/>
            <a:ext cx="7465296" cy="36337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222128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Abstract Syntax Trees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320575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Without the AST view, (SMT-based) prior work natively only supports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string constraints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AST semantics position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as a generator of constraint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algebraic data type </a:t>
            </a:r>
            <a:r>
              <a:rPr lang="en-US" sz="2400" dirty="0">
                <a:latin typeface="Source Sans Pro"/>
                <a:ea typeface="Source Sans Pro"/>
              </a:rPr>
              <a:t>(ADT) terms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The ADT view allows </a:t>
            </a:r>
            <a:r>
              <a:rPr lang="en-US" sz="2400" b="1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b="1" dirty="0">
                <a:latin typeface="Source Sans Pro"/>
                <a:ea typeface="Source Sans Pro"/>
              </a:rPr>
              <a:t> to natively support constraints over arbitrary SMT theories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3142430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semantics</a:t>
                </a:r>
                <a:r>
                  <a:rPr lang="en-US" sz="2400" dirty="0">
                    <a:latin typeface="Source Sans Pro"/>
                    <a:ea typeface="Source Sans Pro"/>
                  </a:rPr>
                  <a:t>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are the set of ASTs that respect (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</a:t>
                </a:r>
                <a:r>
                  <a:rPr lang="en-US" sz="2400" dirty="0">
                    <a:latin typeface="Source Sans Pro"/>
                    <a:ea typeface="Source Sans Pro"/>
                  </a:rPr>
                  <a:t>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context-free syntactic constraints and (ii)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’s context-sensitive semantic constraints</a:t>
                </a:r>
              </a:p>
              <a:p>
                <a:pPr marL="0" indent="0">
                  <a:buNone/>
                </a:pPr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ℒ</m:t>
                          </m:r>
                        </m:e>
                        <m:sub>
                          <m:r>
                            <a:rPr lang="en-US" sz="240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𝐴𝑆𝑇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(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𝐺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) = {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|</m:t>
                      </m:r>
                    </m:oMath>
                  </m:oMathPara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</a:t>
                </a:r>
                <a:r>
                  <a:rPr lang="en-US" b="0" dirty="0">
                    <a:ea typeface="Source Sans Pro"/>
                  </a:rPr>
                  <a:t>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rooted at the start symbol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Each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𝑣</m:t>
                    </m:r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r>
                      <a:rPr lang="en-US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𝑉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is either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with children representing a production rule application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non-leaf representing a type annotation in </a:t>
                </a:r>
                <a14:m>
                  <m:oMath xmlns:m="http://schemas.openxmlformats.org/officeDocument/2006/math">
                    <m:r>
                      <a:rPr lang="en-US" sz="18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1800" dirty="0">
                    <a:latin typeface="Source Sans Pro"/>
                    <a:ea typeface="Source Sans Pro"/>
                  </a:rPr>
                  <a:t>, or </a:t>
                </a:r>
              </a:p>
              <a:p>
                <a:pPr marL="1371600" lvl="2" indent="-457200">
                  <a:buFont typeface="+mj-lt"/>
                  <a:buAutoNum type="alphaLcPeriod"/>
                </a:pPr>
                <a:r>
                  <a:rPr lang="en-US" sz="1800" dirty="0">
                    <a:latin typeface="Source Sans Pro"/>
                    <a:ea typeface="Source Sans Pro"/>
                  </a:rPr>
                  <a:t>A well-typed leaf</a:t>
                </a:r>
              </a:p>
              <a:p>
                <a:pPr marL="914400" lvl="1" indent="-457200">
                  <a:buAutoNum type="arabicPeriod"/>
                </a:pPr>
                <a:r>
                  <a:rPr lang="en-US" dirty="0">
                    <a:latin typeface="Source Sans Pro"/>
                    <a:ea typeface="Source Sans Pro"/>
                  </a:rPr>
                  <a:t>AST </a:t>
                </a:r>
                <a14:m>
                  <m:oMath xmlns:m="http://schemas.openxmlformats.org/officeDocument/2006/math">
                    <m:r>
                      <a:rPr lang="en-US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satisfies the constraints at every production rule application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}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24805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program&#10;&#10;Description automatically generated">
            <a:extLst>
              <a:ext uri="{FF2B5EF4-FFF2-40B4-BE49-F238E27FC236}">
                <a16:creationId xmlns:a16="http://schemas.microsoft.com/office/drawing/2014/main" id="{9DD73FF5-13E2-FE39-1D80-90BD1C98A5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021921"/>
            <a:ext cx="7772400" cy="1816142"/>
          </a:xfrm>
          <a:prstGeom prst="rect">
            <a:avLst/>
          </a:prstGeom>
        </p:spPr>
      </p:pic>
      <p:pic>
        <p:nvPicPr>
          <p:cNvPr id="10" name="Picture 9" descr="A diagram of a algorithm&#10;&#10;Description automatically generated">
            <a:extLst>
              <a:ext uri="{FF2B5EF4-FFF2-40B4-BE49-F238E27FC236}">
                <a16:creationId xmlns:a16="http://schemas.microsoft.com/office/drawing/2014/main" id="{523DD31D-7B60-4EB5-53BE-EF356832792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099799" y="3838063"/>
            <a:ext cx="5992401" cy="2724469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7FEAA655-922A-B6C6-78E9-2A1504E6FC23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64446209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Constraint Satisfaction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white rectangular object with red and blue text&#10;&#10;Description automatically generated">
            <a:extLst>
              <a:ext uri="{FF2B5EF4-FFF2-40B4-BE49-F238E27FC236}">
                <a16:creationId xmlns:a16="http://schemas.microsoft.com/office/drawing/2014/main" id="{E83891BD-834C-9668-1E66-E5EDEAF5E6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1943066"/>
            <a:ext cx="7772400" cy="1394610"/>
          </a:xfrm>
          <a:prstGeom prst="rect">
            <a:avLst/>
          </a:prstGeom>
        </p:spPr>
      </p:pic>
      <p:pic>
        <p:nvPicPr>
          <p:cNvPr id="8" name="Picture 7" descr="A diagram of a diagram&#10;&#10;Description automatically generated">
            <a:extLst>
              <a:ext uri="{FF2B5EF4-FFF2-40B4-BE49-F238E27FC236}">
                <a16:creationId xmlns:a16="http://schemas.microsoft.com/office/drawing/2014/main" id="{98B5A5AF-B9A1-D290-AE0C-10BE9E1A9EE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71046" y="3155866"/>
            <a:ext cx="6849494" cy="3388356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D5A2AF8C-19AD-65CA-D7A9-BE489D68365B}"/>
              </a:ext>
            </a:extLst>
          </p:cNvPr>
          <p:cNvSpPr txBox="1"/>
          <p:nvPr/>
        </p:nvSpPr>
        <p:spPr>
          <a:xfrm>
            <a:off x="951263" y="1546292"/>
            <a:ext cx="94452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We can mechanically verify that a given AST satisfies all the constraints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448246207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 workflow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Well-formedness checks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Derived fields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Main 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01858562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 Workflow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How does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find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such that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∈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ℒ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𝐴𝑆𝑇</m:t>
                        </m:r>
                      </m:sub>
                    </m:sSub>
                    <m:d>
                      <m:d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𝐺</m:t>
                        </m:r>
                      </m:e>
                    </m:d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?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General workflow: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well-formedness </a:t>
                </a:r>
                <a:r>
                  <a:rPr lang="en-US" sz="2400" dirty="0">
                    <a:latin typeface="Source Sans Pro"/>
                    <a:ea typeface="Source Sans Pro"/>
                  </a:rPr>
                  <a:t>and other syntactic checks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Type checking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Desugar refinement types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Disambiguate constraints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Abstract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Main search algorithm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Compute derived fields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Serialize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233513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Context-free Well-formedness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r>
                  <a:rPr lang="en-US" sz="2400" dirty="0">
                    <a:latin typeface="Source Sans Pro"/>
                    <a:ea typeface="Source Sans Pro"/>
                  </a:rPr>
                  <a:t>Context-free language emptiness (e.g.,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→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𝑆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 is a modeling issue, stemming from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non-well-founded recursion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We perform a more general check denoted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well-formedness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Until reaching a fixpoint, iteratively expand a set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of nonterminals known to be able to produce finite derivations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Check every reachable nonterminal is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𝑁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90688"/>
                <a:ext cx="10515600" cy="5070126"/>
              </a:xfrm>
              <a:blipFill>
                <a:blip r:embed="rId2"/>
                <a:stretch>
                  <a:fillRect l="-965" t="-1496" r="-48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close-up of a computer code&#10;&#10;Description automatically generated">
            <a:extLst>
              <a:ext uri="{FF2B5EF4-FFF2-40B4-BE49-F238E27FC236}">
                <a16:creationId xmlns:a16="http://schemas.microsoft.com/office/drawing/2014/main" id="{5BC2318A-CD71-9290-BF40-FEF1A129E3D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4225751"/>
            <a:ext cx="7772400" cy="18839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4970536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Derived Field Checks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Derived fields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𝐹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𝑒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must be computable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without constraint solving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cyclic dependencies </a:t>
                </a:r>
                <a:r>
                  <a:rPr lang="en-US" sz="2400" dirty="0">
                    <a:latin typeface="Source Sans Pro"/>
                    <a:ea typeface="Source Sans Pro"/>
                  </a:rPr>
                  <a:t>(e.g.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d>
                      <m:dPr>
                        <m:begChr m:val="["/>
                        <m:endChr m:val="]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d>
                          <m:dPr>
                            <m:begChr m:val="⟨"/>
                            <m:endChr m:val="⟩"/>
                            <m:ctrlP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</m:ctrlPr>
                          </m:dPr>
                          <m:e>
                            <m:r>
                              <a:rPr lang="en-US" sz="2400" b="0" i="1" smtClean="0">
                                <a:solidFill>
                                  <a:schemeClr val="tx2">
                                    <a:lumMod val="75000"/>
                                    <a:lumOff val="25000"/>
                                  </a:schemeClr>
                                </a:solidFill>
                                <a:latin typeface="Cambria Math" panose="02040503050406030204" pitchFamily="18" charset="0"/>
                                <a:ea typeface="Source Sans Pro"/>
                              </a:rPr>
                              <m:t>𝐵</m:t>
                            </m:r>
                          </m:e>
                        </m:d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;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𝐵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←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𝑇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[</m:t>
                    </m:r>
                    <m:d>
                      <m:dPr>
                        <m:begChr m:val="⟨"/>
                        <m:endChr m:val="⟩"/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𝐴</m:t>
                        </m:r>
                      </m:e>
                    </m:d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Font typeface="+mj-lt"/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Disallow derived fields in semantic constraints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Two stages of computation</a:t>
                </a:r>
              </a:p>
              <a:p>
                <a:pPr lvl="1">
                  <a:buFont typeface="Wingdings" pitchFamily="2" charset="2"/>
                  <a:buChar char="§"/>
                </a:pPr>
                <a:r>
                  <a:rPr lang="en-US" dirty="0">
                    <a:latin typeface="Source Sans Pro"/>
                    <a:ea typeface="Source Sans Pro"/>
                  </a:rPr>
                  <a:t>E.g., </a:t>
                </a:r>
                <a14:m>
                  <m:oMath xmlns:m="http://schemas.openxmlformats.org/officeDocument/2006/math">
                    <m:d>
                      <m:dPr>
                        <m:begChr m:val="⟨"/>
                        <m:endChr m:val="⟩"/>
                        <m:ctrlP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dPr>
                      <m:e>
                        <m:r>
                          <a:rPr lang="en-US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𝐷</m:t>
                        </m:r>
                      </m:e>
                    </m:d>
                    <m:r>
                      <a:rPr lang="en-US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&gt;0</m:t>
                    </m:r>
                  </m:oMath>
                </a14:m>
                <a:r>
                  <a:rPr lang="en-US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 </a:t>
                </a:r>
                <a:r>
                  <a:rPr lang="en-US" dirty="0">
                    <a:latin typeface="Source Sans Pro"/>
                    <a:ea typeface="Source Sans Pro"/>
                  </a:rPr>
                  <a:t>where </a:t>
                </a:r>
                <a14:m>
                  <m:oMath xmlns:m="http://schemas.openxmlformats.org/officeDocument/2006/math">
                    <m:r>
                      <a:rPr lang="en-US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𝐷</m:t>
                    </m:r>
                  </m:oMath>
                </a14:m>
                <a:r>
                  <a:rPr lang="en-US" dirty="0">
                    <a:latin typeface="Source Sans Pro"/>
                    <a:ea typeface="Source Sans Pro"/>
                  </a:rPr>
                  <a:t> is derived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403752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40733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Abstract Derived Fields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We remove derived fields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before the main search; compute them after constraint solving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2152083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4BEE1D04-DF94-7CA1-99C6-4A74B0DDD313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096324" y="3277999"/>
            <a:ext cx="7772400" cy="2667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7292292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Start with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context-free case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derivation tree </a:t>
                </a:r>
                <a:r>
                  <a:rPr lang="en-US" sz="2400" dirty="0">
                    <a:latin typeface="Source Sans Pro"/>
                    <a:ea typeface="Source Sans Pro"/>
                  </a:rPr>
                  <a:t>is an AST that may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open</a:t>
                </a:r>
                <a:r>
                  <a:rPr lang="en-US" sz="2400" dirty="0">
                    <a:latin typeface="Source Sans Pro"/>
                    <a:ea typeface="Source Sans Pro"/>
                  </a:rPr>
                  <a:t> (or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closed</a:t>
                </a:r>
                <a:r>
                  <a:rPr lang="en-US" sz="2400" dirty="0">
                    <a:latin typeface="Source Sans Pro"/>
                    <a:ea typeface="Source Sans Pro"/>
                  </a:rPr>
                  <a:t>)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Build candidate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via random walk until closed (as in XML)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Then instantiate with concrete values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970156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Choosing an expansion is called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Decisions are recorded in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decision stack </a:t>
                </a:r>
                <a14:m>
                  <m:oMath xmlns:m="http://schemas.openxmlformats.org/officeDocument/2006/math"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1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, </m:t>
                    </m:r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sSub>
                      <m:sSubPr>
                        <m:ctrlP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</m:t>
                        </m:r>
                      </m:e>
                      <m:sub>
                        <m:r>
                          <a:rPr lang="en-US" sz="2400" b="0" i="1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2</m:t>
                        </m:r>
                      </m:sub>
                    </m:sSub>
                    <m:r>
                      <a:rPr lang="en-US" sz="2400" b="0" i="1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]</m:t>
                    </m:r>
                  </m:oMath>
                </a14:m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Version control helps you undo mistakes!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064774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Some decisions are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forced</a:t>
                </a:r>
                <a:r>
                  <a:rPr lang="en-US" sz="2400" dirty="0">
                    <a:latin typeface="Source Sans Pro"/>
                    <a:ea typeface="Source Sans Pro"/>
                  </a:rPr>
                  <a:t> (see solid arrows): symbolic terminals and nonterminals with exactly one production rule option</a:t>
                </a: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Those are called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normalization steps </a:t>
                </a:r>
                <a:r>
                  <a:rPr lang="en-US" sz="2400" dirty="0">
                    <a:latin typeface="Source Sans Pro"/>
                    <a:ea typeface="Source Sans Pro"/>
                  </a:rPr>
                  <a:t>and are not stored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00930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631965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Termination is not guaranteed…</a:t>
            </a:r>
          </a:p>
          <a:p>
            <a:pPr marL="0" indent="0" algn="ctr">
              <a:buNone/>
            </a:pPr>
            <a:r>
              <a:rPr lang="en-US" sz="2400" b="1" dirty="0">
                <a:latin typeface="Source Sans Pro"/>
                <a:ea typeface="Source Sans Pro"/>
              </a:rPr>
              <a:t>Idea: Bound search depth with IDS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9C43BBE-9ECC-82AC-2A0B-EFD805289C1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5288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574115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Pick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depth limit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and associate a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search depth </a:t>
                </a:r>
                <a:r>
                  <a:rPr lang="en-US" sz="2400" dirty="0">
                    <a:latin typeface="Source Sans Pro"/>
                    <a:ea typeface="Source Sans Pro"/>
                  </a:rPr>
                  <a:t>with each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endParaRPr lang="en-US" sz="2400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Backtrack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exceeded by popping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𝑠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Record visited expansions and do not revisit</a:t>
                </a: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Restart</a:t>
                </a:r>
                <a:r>
                  <a:rPr lang="en-US" sz="2400" dirty="0">
                    <a:latin typeface="Source Sans Pro"/>
                    <a:ea typeface="Source Sans Pro"/>
                  </a:rPr>
                  <a:t> and increment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𝐿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if backtracking and </a:t>
                </a:r>
                <a14:m>
                  <m:oMath xmlns:m="http://schemas.openxmlformats.org/officeDocument/2006/math">
                    <m:r>
                      <a:rPr lang="en-US" sz="2400" i="1" dirty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𝑑𝑠</m:t>
                    </m:r>
                    <m:r>
                      <a:rPr lang="en-US" sz="2400" b="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=[]</m:t>
                    </m:r>
                  </m:oMath>
                </a14:m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631965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" name="Picture 6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6FD57F8F-27FF-2C2E-4D2A-7DEF63B88DA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91500"/>
            <a:ext cx="7772400" cy="33468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720918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24724" y="178787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extend the context-free algorithm to handle constraints?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Insight: use an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incremental SMT </a:t>
            </a:r>
            <a:r>
              <a:rPr lang="en-US" sz="2400" dirty="0">
                <a:latin typeface="Source Sans Pro"/>
                <a:ea typeface="Source Sans Pro"/>
              </a:rPr>
              <a:t>backend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Solver interface: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(assert c)</a:t>
            </a:r>
            <a:r>
              <a:rPr lang="en-US" sz="2400" dirty="0">
                <a:latin typeface="Source Sans Pro"/>
                <a:ea typeface="Source Sans Pro"/>
              </a:rPr>
              <a:t>: assert a constraint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(push 1)</a:t>
            </a:r>
            <a:r>
              <a:rPr lang="en-US" sz="2400" dirty="0">
                <a:latin typeface="Source Sans Pro"/>
                <a:ea typeface="Source Sans Pro"/>
              </a:rPr>
              <a:t>: push an assertion level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(pop 1)</a:t>
            </a:r>
            <a:r>
              <a:rPr lang="en-US" sz="2400" dirty="0">
                <a:latin typeface="Source Sans Pro"/>
                <a:ea typeface="Source Sans Pro"/>
              </a:rPr>
              <a:t>: undo assertions in the last level (backtrack)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(check-sat)</a:t>
            </a:r>
            <a:r>
              <a:rPr lang="en-US" sz="2400" dirty="0">
                <a:latin typeface="Source Sans Pro"/>
                <a:ea typeface="Source Sans Pro"/>
              </a:rPr>
              <a:t>: check if conjunction of active assertions is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SAT</a:t>
            </a:r>
          </a:p>
          <a:p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(get-model)</a:t>
            </a:r>
            <a:r>
              <a:rPr lang="en-US" sz="2400" dirty="0">
                <a:latin typeface="Source Sans Pro"/>
                <a:ea typeface="Source Sans Pro"/>
              </a:rPr>
              <a:t>: retrieve a concrete model</a:t>
            </a:r>
            <a:endParaRPr lang="en-US" dirty="0"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545265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>
                      <p:stCondLst>
                        <p:cond delay="indefinite"/>
                      </p:stCondLst>
                      <p:childTnLst>
                        <p:par>
                          <p:cTn id="28" fill="hold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Principles of constraint handling</a:t>
                </a:r>
              </a:p>
              <a:p>
                <a:pPr marL="0" indent="0" algn="ctr">
                  <a:buNone/>
                </a:pPr>
                <a:r>
                  <a:rPr lang="en-US" sz="2400" b="1" dirty="0">
                    <a:latin typeface="Source Sans Pro"/>
                    <a:ea typeface="Source Sans Pro"/>
                  </a:rPr>
                  <a:t>Idea: Use incrementality of the SMT engine to repair flawed candidate solutions (fear of commitment)</a:t>
                </a:r>
                <a:r>
                  <a:rPr lang="en-US" sz="2400" dirty="0">
                    <a:latin typeface="Source Sans Pro"/>
                    <a:ea typeface="Source Sans Pro"/>
                  </a:rPr>
                  <a:t> 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Push an assertion frame at every decision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At each decision,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assert</a:t>
                </a:r>
                <a:r>
                  <a:rPr lang="en-US" sz="2400" dirty="0">
                    <a:latin typeface="Source Sans Pro"/>
                    <a:ea typeface="Source Sans Pro"/>
                  </a:rPr>
                  <a:t> all constraints associated with the expanded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node and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Backtrack and pop an assertion level if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check-sat</a:t>
                </a:r>
                <a:r>
                  <a:rPr lang="en-US" sz="2400" dirty="0">
                    <a:latin typeface="Source Sans Pro"/>
                    <a:ea typeface="Source Sans Pro"/>
                  </a:rPr>
                  <a:t> yields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UNSAT</a:t>
                </a:r>
              </a:p>
              <a:p>
                <a:pPr marL="514350" indent="-51435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Do not commit to concrete values; call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get-model</a:t>
                </a:r>
                <a:r>
                  <a:rPr lang="en-US" sz="2400" dirty="0">
                    <a:latin typeface="Source Sans Pro"/>
                    <a:ea typeface="Source Sans Pro"/>
                  </a:rPr>
                  <a:t> once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𝑑𝑡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closed; then instantiate</a:t>
                </a:r>
                <a:endParaRPr lang="en-US" dirty="0"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 r="-96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87929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But wait, there’s more…</a:t>
                </a:r>
              </a:p>
              <a:p>
                <a:pPr marL="457200" indent="-457200">
                  <a:buAutoNum type="arabicPeriod"/>
                </a:pPr>
                <a:r>
                  <a:rPr lang="en-US" sz="2400" dirty="0">
                    <a:latin typeface="Source Sans Pro"/>
                    <a:ea typeface="Source Sans Pro"/>
                  </a:rPr>
                  <a:t>Constraints must be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disambiguated</a:t>
                </a:r>
                <a:r>
                  <a:rPr lang="en-US" sz="2400" dirty="0">
                    <a:latin typeface="Source Sans Pro"/>
                    <a:ea typeface="Source Sans Pro"/>
                  </a:rPr>
                  <a:t>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universalized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 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𝑝𝑎𝑐𝑘𝑒𝑡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0!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𝑝𝑎𝑦𝑙𝑜𝑎𝑑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0!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𝑏𝑦𝑡𝑒𝑠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0!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𝑜𝑝𝑡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  <m:sSub>
                      <m:sSubPr>
                        <m:ctrlP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&gt;</m:t>
                        </m:r>
                      </m:e>
                      <m:sub>
                        <m:r>
                          <a:rPr lang="en-US" sz="2400" b="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𝑏𝑣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0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𝑥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0</m:t>
                    </m:r>
                  </m:oMath>
                </a14:m>
                <a:endParaRPr lang="en-US" dirty="0">
                  <a:solidFill>
                    <a:schemeClr val="tx2">
                      <a:lumMod val="75000"/>
                      <a:lumOff val="2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108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EE6762AD-CC04-BABD-BFA6-B1078BE25C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640801"/>
            <a:ext cx="7772400" cy="1576397"/>
          </a:xfrm>
          <a:prstGeom prst="rect">
            <a:avLst/>
          </a:prstGeom>
        </p:spPr>
      </p:pic>
      <p:pic>
        <p:nvPicPr>
          <p:cNvPr id="8" name="Picture 7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FE15DC0D-DB95-02FF-A55F-7955ECDBED8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19582" y="4253376"/>
            <a:ext cx="3468498" cy="25684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241180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Algorithm: Main Concepts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There are wrinkles…</a:t>
                </a: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2. This constraint is not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applicable!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Can it be applicable after a future decision?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Extra constraint set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to store applicable constraints</a:t>
                </a:r>
              </a:p>
              <a:p>
                <a:pPr>
                  <a:buFont typeface="Wingdings" pitchFamily="2" charset="2"/>
                  <a:buChar char="§"/>
                </a:pPr>
                <a:r>
                  <a:rPr lang="en-US" sz="2400" dirty="0">
                    <a:latin typeface="Source Sans Pro"/>
                    <a:ea typeface="Source Sans Pro"/>
                  </a:rPr>
                  <a:t>Remove from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𝐶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when backtracking</a:t>
                </a:r>
              </a:p>
              <a:p>
                <a:pPr marL="514350" indent="-514350">
                  <a:buAutoNum type="arabicPeriod"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:endParaRPr lang="en-US" sz="2400" dirty="0">
                  <a:solidFill>
                    <a:schemeClr val="accent6">
                      <a:lumMod val="75000"/>
                    </a:schemeClr>
                  </a:solidFill>
                  <a:latin typeface="Source Sans Pro"/>
                  <a:ea typeface="Source Sans Pro"/>
                </a:endParaRP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24724" y="1787874"/>
                <a:ext cx="10515600" cy="5070126"/>
              </a:xfrm>
              <a:blipFill>
                <a:blip r:embed="rId2"/>
                <a:stretch>
                  <a:fillRect l="-965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/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𝑝𝑎𝑐𝑘𝑒𝑡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0!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𝑝𝑎𝑦𝑙𝑜𝑎𝑑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0!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𝑏𝑦𝑡𝑒𝑠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0!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𝑜𝑝𝑡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  <m:sSub>
                        <m:sSubPr>
                          <m:ctrlP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</m:ctrlPr>
                        </m:sSubPr>
                        <m:e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&gt;</m:t>
                          </m:r>
                        </m:e>
                        <m:sub>
                          <m:r>
                            <a:rPr lang="en-US" sz="2400" b="0" i="1" dirty="0" smtClean="0">
                              <a:solidFill>
                                <a:schemeClr val="tx2">
                                  <a:lumMod val="75000"/>
                                  <a:lumOff val="25000"/>
                                </a:schemeClr>
                              </a:solidFill>
                              <a:latin typeface="Cambria Math" panose="02040503050406030204" pitchFamily="18" charset="0"/>
                              <a:ea typeface="Source Sans Pro"/>
                            </a:rPr>
                            <m:t>𝑏𝑣</m:t>
                          </m:r>
                        </m:sub>
                      </m:sSub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 0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𝑥</m:t>
                      </m:r>
                      <m:r>
                        <a:rPr lang="en-US" sz="2400" i="1" dirty="0" smtClean="0">
                          <a:solidFill>
                            <a:schemeClr val="tx2">
                              <a:lumMod val="75000"/>
                              <a:lumOff val="25000"/>
                            </a:schemeClr>
                          </a:solidFill>
                          <a:latin typeface="Cambria Math" panose="02040503050406030204" pitchFamily="18" charset="0"/>
                          <a:ea typeface="Source Sans Pro"/>
                        </a:rPr>
                        <m:t>0</m:t>
                      </m:r>
                    </m:oMath>
                  </m:oMathPara>
                </a14:m>
                <a:endParaRPr lang="en-US" sz="2400" dirty="0"/>
              </a:p>
            </p:txBody>
          </p:sp>
        </mc:Choice>
        <mc:Fallback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0A9DB1D5-8EDF-3990-0CB1-107D7B8B63B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7612" y="5386195"/>
                <a:ext cx="6098796" cy="461665"/>
              </a:xfrm>
              <a:prstGeom prst="rect">
                <a:avLst/>
              </a:prstGeom>
              <a:blipFill>
                <a:blip r:embed="rId3"/>
                <a:stretch>
                  <a:fillRect b="-189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Picture 9" descr="A diagram of a computer program&#10;&#10;Description automatically generated">
            <a:extLst>
              <a:ext uri="{FF2B5EF4-FFF2-40B4-BE49-F238E27FC236}">
                <a16:creationId xmlns:a16="http://schemas.microsoft.com/office/drawing/2014/main" id="{D56AFF0E-E8D1-9BD3-A9FA-9A9598B14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231059" y="3533585"/>
            <a:ext cx="4009265" cy="3210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54739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Well-formedness checks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Derived fields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Main 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73464708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Formal Guarantees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7993" y="2638644"/>
            <a:ext cx="10515600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In the paper (full version), we formalize the </a:t>
            </a:r>
            <a:r>
              <a:rPr lang="en-US" sz="2400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sz="2400" dirty="0">
                <a:latin typeface="Source Sans Pro"/>
                <a:ea typeface="Source Sans Pro"/>
              </a:rPr>
              <a:t> search procedure as a calculus comprised of 11 inference rules</a:t>
            </a:r>
          </a:p>
          <a:p>
            <a:pPr marL="0" indent="0">
              <a:buNone/>
            </a:pPr>
            <a:endParaRPr lang="en-US" sz="2400" dirty="0">
              <a:latin typeface="Source Sans Pro"/>
              <a:ea typeface="Source Sans Pro"/>
            </a:endParaRP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We prove the calculus satisfies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solution soundness</a:t>
            </a:r>
            <a:r>
              <a:rPr lang="en-US" sz="2400" dirty="0">
                <a:latin typeface="Source Sans Pro"/>
                <a:ea typeface="Source Sans Pro"/>
              </a:rPr>
              <a:t>,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refutation soundness</a:t>
            </a:r>
            <a:r>
              <a:rPr lang="en-US" sz="2400" dirty="0">
                <a:latin typeface="Source Sans Pro"/>
                <a:ea typeface="Source Sans Pro"/>
              </a:rPr>
              <a:t>, and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solution completeness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9311474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Well-formedness checks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Derived fields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Main 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2672121341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2017859"/>
                <a:ext cx="10515600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Case study 1, 2, 3: Compare directly with prior work,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ISLa</a:t>
                </a:r>
                <a:endParaRPr lang="en-US" sz="2400" dirty="0">
                  <a:latin typeface="Source Sans Pro"/>
                  <a:ea typeface="Source Sans Pro"/>
                </a:endParaRP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XML, </a:t>
                </a:r>
                <a:r>
                  <a:rPr lang="en-US" sz="2400" dirty="0" err="1">
                    <a:latin typeface="Source Sans Pro"/>
                    <a:ea typeface="Source Sans Pro"/>
                  </a:rPr>
                  <a:t>ScriptSize</a:t>
                </a:r>
                <a:r>
                  <a:rPr lang="en-US" sz="2400" dirty="0">
                    <a:latin typeface="Source Sans Pro"/>
                    <a:ea typeface="Source Sans Pro"/>
                  </a:rPr>
                  <a:t> C, and CSV input generation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Matching tags, definition before use, and column count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Measure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efficiency</a:t>
                </a:r>
                <a:r>
                  <a:rPr lang="en-US" sz="2400" dirty="0">
                    <a:latin typeface="Source Sans Pro"/>
                    <a:ea typeface="Source Sans Pro"/>
                  </a:rPr>
                  <a:t> in inputs generated per minute and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diversity</a:t>
                </a:r>
                <a:r>
                  <a:rPr lang="en-US" sz="2400" dirty="0">
                    <a:latin typeface="Source Sans Pro"/>
                    <a:ea typeface="Source Sans Pro"/>
                  </a:rPr>
                  <a:t> in </a:t>
                </a:r>
                <a:r>
                  <a:rPr lang="en-US" sz="2400" dirty="0">
                    <a:solidFill>
                      <a:schemeClr val="accent6">
                        <a:lumMod val="75000"/>
                      </a:schemeClr>
                    </a:solidFill>
                    <a:latin typeface="Source Sans Pro"/>
                    <a:ea typeface="Source Sans Pro"/>
                  </a:rPr>
                  <a:t>k-path coverage</a:t>
                </a:r>
                <a:r>
                  <a:rPr lang="en-US" sz="2400" dirty="0">
                    <a:latin typeface="Source Sans Pro"/>
                    <a:ea typeface="Source Sans Pro"/>
                  </a:rPr>
                  <a:t> for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𝑘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=3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(percentage of paths of length 3 traversed through the grammar)</a:t>
                </a:r>
              </a:p>
              <a:p>
                <a:r>
                  <a:rPr lang="en-US" sz="2400" dirty="0">
                    <a:latin typeface="Source Sans Pro"/>
                    <a:ea typeface="Source Sans Pro"/>
                  </a:rPr>
                  <a:t>Outperform prior work by </a:t>
                </a:r>
                <a:r>
                  <a:rPr lang="en-US" sz="2400" dirty="0">
                    <a:solidFill>
                      <a:schemeClr val="tx2">
                        <a:lumMod val="75000"/>
                        <a:lumOff val="25000"/>
                      </a:schemeClr>
                    </a:solidFill>
                    <a:latin typeface="Source Sans Pro"/>
                    <a:ea typeface="Source Sans Pro"/>
                  </a:rPr>
                  <a:t>~10—100% </a:t>
                </a:r>
                <a:r>
                  <a:rPr lang="en-US" sz="2400" dirty="0">
                    <a:latin typeface="Source Sans Pro"/>
                    <a:ea typeface="Source Sans Pro"/>
                  </a:rPr>
                  <a:t>in all metrics, save for efficiency of CSV inputs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199D7C-F5B0-7CD6-91DA-759916D20D7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2017859"/>
                <a:ext cx="10515600" cy="5070126"/>
              </a:xfrm>
              <a:blipFill>
                <a:blip r:embed="rId2"/>
                <a:stretch>
                  <a:fillRect l="-965" t="-149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097388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Evaluation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7859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Case study 4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WiFi</a:t>
            </a:r>
            <a:r>
              <a:rPr lang="en-US" sz="2400" dirty="0">
                <a:latin typeface="Source Sans Pro"/>
                <a:ea typeface="Source Sans Pro"/>
              </a:rPr>
              <a:t> SAE packet input generation (SAECRED’s </a:t>
            </a:r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engine)</a:t>
            </a:r>
          </a:p>
          <a:p>
            <a:r>
              <a:rPr lang="en-US" sz="2400" dirty="0">
                <a:latin typeface="Source Sans Pro"/>
                <a:ea typeface="Source Sans Pro"/>
              </a:rPr>
              <a:t>Handle bit vector SMT constraints not expressible in </a:t>
            </a:r>
            <a:r>
              <a:rPr lang="en-US" sz="2400" dirty="0" err="1">
                <a:latin typeface="Source Sans Pro"/>
                <a:ea typeface="Source Sans Pro"/>
              </a:rPr>
              <a:t>ISLa</a:t>
            </a:r>
            <a:endParaRPr lang="en-US" sz="2400" dirty="0">
              <a:latin typeface="Source Sans Pro"/>
              <a:ea typeface="Source Sans Pro"/>
            </a:endParaRPr>
          </a:p>
          <a:p>
            <a:r>
              <a:rPr lang="en-US" sz="2400" dirty="0">
                <a:latin typeface="Source Sans Pro"/>
                <a:ea typeface="Source Sans Pro"/>
              </a:rPr>
              <a:t>36x improvement in efficiency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Able to produce outputs for more than twice the number of grammars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(~24,000 / ~97,000</a:t>
            </a:r>
            <a:r>
              <a:rPr lang="en-US" sz="2400" dirty="0">
                <a:latin typeface="Source Sans Pro"/>
                <a:ea typeface="Source Sans Pro"/>
              </a:rPr>
              <a:t> up to </a:t>
            </a:r>
            <a:r>
              <a:rPr lang="en-US" sz="2400" dirty="0">
                <a:solidFill>
                  <a:schemeClr val="tx2">
                    <a:lumMod val="75000"/>
                    <a:lumOff val="25000"/>
                  </a:schemeClr>
                </a:solidFill>
                <a:latin typeface="Source Sans Pro"/>
                <a:ea typeface="Source Sans Pro"/>
              </a:rPr>
              <a:t>~49,000 / ~97,000</a:t>
            </a:r>
            <a:r>
              <a:rPr lang="en-US" sz="2400" dirty="0">
                <a:latin typeface="Source Sans Pro"/>
                <a:ea typeface="Source Sans Pro"/>
              </a:rPr>
              <a:t>)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187886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253331"/>
            <a:ext cx="10515600" cy="4351338"/>
          </a:xfrm>
        </p:spPr>
        <p:txBody>
          <a:bodyPr vert="horz" lIns="91440" tIns="45720" rIns="91440" bIns="45720" rtlCol="0" anchor="t">
            <a:normAutofit lnSpcReduction="10000"/>
          </a:bodyPr>
          <a:lstStyle/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Prior approaches to input generation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Syntax and language features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Semantics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Book Antiqua" panose="02040602050305030304" pitchFamily="18" charset="0"/>
                <a:ea typeface="Source Sans Pro"/>
              </a:rPr>
              <a:t>Goblin</a:t>
            </a:r>
            <a:r>
              <a:rPr lang="en-US" dirty="0">
                <a:latin typeface="Source Sans Pro"/>
                <a:ea typeface="Source Sans Pro"/>
              </a:rPr>
              <a:t> workflow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Well-formedness checks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Derived fields</a:t>
            </a:r>
          </a:p>
          <a:p>
            <a:pPr marL="971550" lvl="1" indent="-514350">
              <a:buFont typeface="+mj-lt"/>
              <a:buAutoNum type="romanLcPeriod"/>
            </a:pPr>
            <a:r>
              <a:rPr lang="en-US" dirty="0">
                <a:latin typeface="Source Sans Pro"/>
                <a:ea typeface="Source Sans Pro"/>
              </a:rPr>
              <a:t>Main search algorithm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Formal guarantees</a:t>
            </a:r>
          </a:p>
          <a:p>
            <a:pPr marL="514350" indent="-514350">
              <a:buFont typeface="+mj-lt"/>
              <a:buAutoNum type="arabicPeriod"/>
            </a:pPr>
            <a:r>
              <a:rPr lang="en-US" dirty="0">
                <a:latin typeface="Source Sans Pro"/>
                <a:ea typeface="Source Sans Pro"/>
              </a:rPr>
              <a:t>Evaluation</a:t>
            </a:r>
          </a:p>
          <a:p>
            <a:pPr marL="514350" indent="-514350">
              <a:buFont typeface="+mj-lt"/>
              <a:buAutoNum type="arabicPeriod"/>
            </a:pPr>
            <a:r>
              <a:rPr lang="en-US" b="1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Discussion &amp; Future work</a:t>
            </a:r>
          </a:p>
        </p:txBody>
      </p:sp>
    </p:spTree>
    <p:extLst>
      <p:ext uri="{BB962C8B-B14F-4D97-AF65-F5344CB8AC3E}">
        <p14:creationId xmlns:p14="http://schemas.microsoft.com/office/powerpoint/2010/main" val="1190225137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8E4DD5B-653A-C1B2-835A-5E719B5B03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76D21-2912-7FB4-938B-6F91AE4A34C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Discussion &amp; Future Work</a:t>
            </a:r>
            <a:endParaRPr lang="en-US" dirty="0">
              <a:solidFill>
                <a:schemeClr val="tx2">
                  <a:lumMod val="76000"/>
                  <a:lumOff val="24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9199D7C-F5B0-7CD6-91DA-759916D20D7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017859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User-facing language</a:t>
            </a:r>
          </a:p>
          <a:p>
            <a:pPr lvl="1"/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Synthesized</a:t>
            </a:r>
            <a:r>
              <a:rPr lang="en-US" sz="2000" dirty="0">
                <a:latin typeface="Source Sans Pro"/>
                <a:ea typeface="Source Sans Pro"/>
              </a:rPr>
              <a:t> and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inherited attributes</a:t>
            </a:r>
          </a:p>
          <a:p>
            <a:pPr lvl="1"/>
            <a:r>
              <a:rPr lang="en-US" sz="2000" dirty="0">
                <a:latin typeface="Source Sans Pro"/>
                <a:ea typeface="Source Sans Pro"/>
              </a:rPr>
              <a:t>User-defined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recursive functions</a:t>
            </a:r>
          </a:p>
          <a:p>
            <a:pPr lvl="1"/>
            <a:r>
              <a:rPr lang="en-US" sz="2000" dirty="0">
                <a:latin typeface="Source Sans Pro"/>
                <a:ea typeface="Source Sans Pro"/>
              </a:rPr>
              <a:t>Built-ins like polymorphic </a:t>
            </a:r>
            <a:r>
              <a:rPr lang="en-US" sz="2000" dirty="0">
                <a:solidFill>
                  <a:schemeClr val="tx2">
                    <a:lumMod val="75000"/>
                    <a:lumOff val="25000"/>
                  </a:schemeClr>
                </a:solidFill>
                <a:latin typeface="Monaco" pitchFamily="2" charset="77"/>
                <a:ea typeface="Source Sans Pro"/>
              </a:rPr>
              <a:t>length(.) </a:t>
            </a:r>
            <a:r>
              <a:rPr lang="en-US" sz="2000" dirty="0">
                <a:latin typeface="Source Sans Pro"/>
                <a:ea typeface="Source Sans Pro"/>
              </a:rPr>
              <a:t>function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More powerful type system (e.g.,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polymorphism</a:t>
            </a:r>
            <a:r>
              <a:rPr lang="en-US" sz="2400" dirty="0">
                <a:latin typeface="Source Sans Pro"/>
                <a:ea typeface="Source Sans Pro"/>
              </a:rPr>
              <a:t>)</a:t>
            </a:r>
          </a:p>
          <a:p>
            <a:r>
              <a:rPr lang="en-US" sz="2400" dirty="0">
                <a:latin typeface="Source Sans Pro"/>
                <a:ea typeface="Source Sans Pro"/>
              </a:rPr>
              <a:t>More search engines</a:t>
            </a:r>
          </a:p>
          <a:p>
            <a:pPr lvl="1"/>
            <a:r>
              <a:rPr lang="en-US" sz="2000" dirty="0">
                <a:latin typeface="Source Sans Pro"/>
                <a:ea typeface="Source Sans Pro"/>
              </a:rPr>
              <a:t>AI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abstraction/refinement </a:t>
            </a:r>
            <a:r>
              <a:rPr lang="en-US" sz="2000" dirty="0">
                <a:latin typeface="Source Sans Pro"/>
                <a:ea typeface="Source Sans Pro"/>
              </a:rPr>
              <a:t>algorithms</a:t>
            </a:r>
          </a:p>
          <a:p>
            <a:pPr lvl="1"/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Divide and conquer</a:t>
            </a:r>
            <a:r>
              <a:rPr lang="en-US" sz="2000" dirty="0">
                <a:latin typeface="Source Sans Pro"/>
                <a:ea typeface="Source Sans Pro"/>
              </a:rPr>
              <a:t>/parallel approaches</a:t>
            </a:r>
          </a:p>
          <a:p>
            <a:pPr lvl="1"/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Finite model finding </a:t>
            </a:r>
            <a:r>
              <a:rPr lang="en-US" sz="2000" dirty="0">
                <a:latin typeface="Source Sans Pro"/>
                <a:ea typeface="Source Sans Pro"/>
              </a:rPr>
              <a:t>and </a:t>
            </a:r>
            <a:r>
              <a:rPr lang="en-US" sz="20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CLP</a:t>
            </a:r>
            <a:r>
              <a:rPr lang="en-US" sz="2000" dirty="0">
                <a:latin typeface="Source Sans Pro"/>
                <a:ea typeface="Source Sans Pro"/>
              </a:rPr>
              <a:t> engines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CDCL-style </a:t>
            </a:r>
            <a:r>
              <a:rPr lang="en-US" sz="2400" dirty="0" err="1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backjumping</a:t>
            </a:r>
            <a:endParaRPr lang="en-US" sz="2400" dirty="0">
              <a:solidFill>
                <a:schemeClr val="accent6">
                  <a:lumMod val="75000"/>
                </a:schemeClr>
              </a:solidFill>
              <a:latin typeface="Source Sans Pro"/>
              <a:ea typeface="Source Sans Pro"/>
            </a:endParaRP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22711865-C81F-F8BC-09CB-FA46AAD3DEAF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138661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5" fill="hold">
                      <p:stCondLst>
                        <p:cond delay="indefinite"/>
                      </p:stCondLst>
                      <p:childTnLst>
                        <p:par>
                          <p:cTn id="26" fill="hold">
                            <p:stCondLst>
                              <p:cond delay="0"/>
                            </p:stCondLst>
                            <p:childTnLst>
                              <p:par>
                                <p:cTn id="2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567D0A9E-0BD0-5468-EE66-F1B353CE5A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506662"/>
            <a:ext cx="10515600" cy="4351338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 algn="ctr">
              <a:buNone/>
            </a:pPr>
            <a:r>
              <a:rPr lang="en-US" sz="6000" dirty="0">
                <a:latin typeface="Source Sans Pro"/>
                <a:ea typeface="Source Sans Pro"/>
              </a:rPr>
              <a:t>Thanks! Questions?</a:t>
            </a:r>
          </a:p>
          <a:p>
            <a:endParaRPr lang="en-US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04694303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Structural Constraints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90688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Every element of the second list is present in the first list</a:t>
            </a:r>
          </a:p>
        </p:txBody>
      </p:sp>
      <p:pic>
        <p:nvPicPr>
          <p:cNvPr id="9" name="Picture 8" descr="A screenshot of a computer code&#10;&#10;Description automatically generated">
            <a:extLst>
              <a:ext uri="{FF2B5EF4-FFF2-40B4-BE49-F238E27FC236}">
                <a16:creationId xmlns:a16="http://schemas.microsoft.com/office/drawing/2014/main" id="{DB920BF8-4D61-9CD8-09EB-2AEB8A70083E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27699" y="2082189"/>
            <a:ext cx="7713005" cy="47393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3966305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More Related Work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917025"/>
            <a:ext cx="9597705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 sz="2400" dirty="0">
                <a:latin typeface="Source Sans Pro"/>
                <a:ea typeface="Source Sans Pro"/>
              </a:rPr>
              <a:t>Parser generator libraries (e.g. ANTLR, </a:t>
            </a:r>
            <a:r>
              <a:rPr lang="en-US" sz="2400" dirty="0" err="1">
                <a:latin typeface="Source Sans Pro"/>
                <a:ea typeface="Source Sans Pro"/>
              </a:rPr>
              <a:t>yacc</a:t>
            </a:r>
            <a:r>
              <a:rPr lang="en-US" sz="2400" dirty="0">
                <a:latin typeface="Source Sans Pro"/>
                <a:ea typeface="Source Sans Pro"/>
              </a:rPr>
              <a:t>) handle context sensitivity but are for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rather than generation</a:t>
            </a:r>
          </a:p>
          <a:p>
            <a:r>
              <a:rPr lang="en-US" sz="2400" dirty="0">
                <a:latin typeface="Source Sans Pro"/>
                <a:ea typeface="Source Sans Pro"/>
              </a:rPr>
              <a:t>Attribute grammars handle context sensitivity but work focuses on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parsing</a:t>
            </a:r>
            <a:r>
              <a:rPr lang="en-US" sz="2400" dirty="0">
                <a:latin typeface="Source Sans Pro"/>
                <a:ea typeface="Source Sans Pro"/>
              </a:rPr>
              <a:t> and theoretical results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Property-based testing does not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general</a:t>
            </a:r>
            <a:r>
              <a:rPr lang="en-US" sz="2400" dirty="0">
                <a:latin typeface="Source Sans Pro"/>
                <a:ea typeface="Source Sans Pro"/>
              </a:rPr>
              <a:t>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context-sensitive constraints </a:t>
            </a:r>
            <a:r>
              <a:rPr lang="en-US" sz="2400" dirty="0">
                <a:latin typeface="Source Sans Pro"/>
                <a:ea typeface="Source Sans Pro"/>
              </a:rPr>
              <a:t>over inputs</a:t>
            </a:r>
          </a:p>
          <a:p>
            <a:r>
              <a:rPr lang="en-US" sz="2400" dirty="0" err="1">
                <a:latin typeface="Source Sans Pro"/>
                <a:ea typeface="Source Sans Pro"/>
              </a:rPr>
              <a:t>SyGuS</a:t>
            </a:r>
            <a:r>
              <a:rPr lang="en-US" sz="2400" dirty="0">
                <a:latin typeface="Source Sans Pro"/>
                <a:ea typeface="Source Sans Pro"/>
              </a:rPr>
              <a:t> does not natively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constraints over non-top-level nonterminals</a:t>
            </a:r>
          </a:p>
          <a:p>
            <a:r>
              <a:rPr lang="en-US" sz="2400" dirty="0">
                <a:latin typeface="Source Sans Pro"/>
                <a:ea typeface="Source Sans Pro"/>
              </a:rPr>
              <a:t>CLP engines do not currently support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theory combination </a:t>
            </a:r>
            <a:r>
              <a:rPr lang="en-US" sz="2400" dirty="0">
                <a:latin typeface="Source Sans Pro"/>
                <a:ea typeface="Source Sans Pro"/>
              </a:rPr>
              <a:t>at the level of generality required for practical applications</a:t>
            </a:r>
          </a:p>
          <a:p>
            <a:endParaRPr lang="en-US" sz="2400" dirty="0">
              <a:latin typeface="Source Sans Pro"/>
              <a:ea typeface="Source Sans Pro"/>
            </a:endParaRPr>
          </a:p>
        </p:txBody>
      </p:sp>
    </p:spTree>
    <p:extLst>
      <p:ext uri="{BB962C8B-B14F-4D97-AF65-F5344CB8AC3E}">
        <p14:creationId xmlns:p14="http://schemas.microsoft.com/office/powerpoint/2010/main" val="3156135515"/>
      </p:ext>
    </p:extLst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Grammar Mutations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How to perform structure-aware mutations on context-sensitive grammars?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Crossover mutation </a:t>
            </a:r>
            <a:r>
              <a:rPr lang="en-US" sz="2400" dirty="0">
                <a:latin typeface="Source Sans Pro"/>
                <a:ea typeface="Source Sans Pro"/>
              </a:rPr>
              <a:t>swapping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GROUP_ID </a:t>
            </a:r>
            <a:r>
              <a:rPr lang="en-US" sz="2400" dirty="0">
                <a:latin typeface="Source Sans Pro"/>
                <a:ea typeface="Source Sans Pro"/>
              </a:rPr>
              <a:t>and </a:t>
            </a:r>
            <a:r>
              <a:rPr lang="en-US" sz="2400" dirty="0">
                <a:solidFill>
                  <a:srgbClr val="15BBC0"/>
                </a:solidFill>
                <a:latin typeface="Monaco" pitchFamily="2" charset="77"/>
                <a:ea typeface="Source Sans Pro"/>
              </a:rPr>
              <a:t>RG_LIST</a:t>
            </a:r>
          </a:p>
          <a:p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Local constraints </a:t>
            </a:r>
            <a:r>
              <a:rPr lang="en-US" sz="2400" dirty="0">
                <a:latin typeface="Source Sans Pro"/>
                <a:ea typeface="Source Sans Pro"/>
              </a:rPr>
              <a:t>are easier to maintain</a:t>
            </a:r>
          </a:p>
        </p:txBody>
      </p:sp>
      <p:pic>
        <p:nvPicPr>
          <p:cNvPr id="5" name="Picture 4" descr="A white screen with black text&#10;&#10;Description automatically generated">
            <a:extLst>
              <a:ext uri="{FF2B5EF4-FFF2-40B4-BE49-F238E27FC236}">
                <a16:creationId xmlns:a16="http://schemas.microsoft.com/office/drawing/2014/main" id="{E90417CE-FA34-B923-2C5A-45707301CD2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158930"/>
            <a:ext cx="7772400" cy="36990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6604579"/>
      </p:ext>
    </p:extLst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Interpretation Function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Interpretation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(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)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outputs denotation of term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in AST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𝑡𝑟</m:t>
                    </m:r>
                  </m:oMath>
                </a14:m>
                <a:endParaRPr lang="en-US" sz="2400" dirty="0">
                  <a:latin typeface="Source Sans Pro"/>
                  <a:ea typeface="Source Sans Pro"/>
                </a:endParaRP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𝐼</m:t>
                        </m:r>
                      </m:e>
                      <m:sub>
                        <m:r>
                          <a:rPr lang="en-US" sz="2400" i="1" dirty="0" smtClean="0">
                            <a:solidFill>
                              <a:schemeClr val="tx2">
                                <a:lumMod val="75000"/>
                                <a:lumOff val="25000"/>
                              </a:schemeClr>
                            </a:solidFill>
                            <a:latin typeface="Cambria Math" panose="02040503050406030204" pitchFamily="18" charset="0"/>
                            <a:ea typeface="Source Sans Pro"/>
                          </a:rPr>
                          <m:t>𝑡𝑟</m:t>
                        </m:r>
                      </m:sub>
                    </m:sSub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 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also maps function and predicate symbols to their fixed interpretations</a:t>
                </a:r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white background with blue text&#10;&#10;Description automatically generated">
            <a:extLst>
              <a:ext uri="{FF2B5EF4-FFF2-40B4-BE49-F238E27FC236}">
                <a16:creationId xmlns:a16="http://schemas.microsoft.com/office/drawing/2014/main" id="{9D4CB4AA-81C8-1030-036A-008B1906C3A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53062" y="3429000"/>
            <a:ext cx="7772400" cy="22959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285428"/>
      </p:ext>
    </p:extLst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Semantics: Satisfaction Relation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Satisfaction relation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</m:ctrlPr>
                      </m:sSubPr>
                      <m:e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⊨</m:t>
                        </m:r>
                      </m:e>
                      <m:sub>
                        <m:r>
                          <a:rPr lang="en-US" sz="2400" b="0" i="1" smtClean="0">
                            <a:latin typeface="Cambria Math" panose="02040503050406030204" pitchFamily="18" charset="0"/>
                            <a:ea typeface="Source Sans Pro"/>
                          </a:rPr>
                          <m:t>𝐺</m:t>
                        </m:r>
                      </m:sub>
                    </m:sSub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captures whether or not a given constraint in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satisfied by a given AST</a:t>
                </a:r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2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Picture 4" descr="A close-up of a number&#10;&#10;Description automatically generated">
            <a:extLst>
              <a:ext uri="{FF2B5EF4-FFF2-40B4-BE49-F238E27FC236}">
                <a16:creationId xmlns:a16="http://schemas.microsoft.com/office/drawing/2014/main" id="{F61C4BF5-5228-2343-A7D1-E52C32D30DC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2643648"/>
            <a:ext cx="7772400" cy="31829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14240326"/>
      </p:ext>
    </p:extLst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>
                <a:normAutofit/>
              </a:bodyPr>
              <a:lstStyle/>
              <a:p>
                <a:r>
                  <a:rPr lang="en-US" sz="3600" dirty="0">
                    <a:solidFill>
                      <a:schemeClr val="tx2">
                        <a:lumMod val="76000"/>
                        <a:lumOff val="24000"/>
                      </a:schemeClr>
                    </a:solidFill>
                    <a:latin typeface="Source Sans Pro"/>
                    <a:ea typeface="Source Sans Pro"/>
                  </a:rPr>
                  <a:t>Semantics: Denotation of </a:t>
                </a:r>
                <a14:m>
                  <m:oMath xmlns:m="http://schemas.openxmlformats.org/officeDocument/2006/math">
                    <m:r>
                      <a:rPr lang="en-US" sz="3600" i="1" dirty="0" smtClean="0">
                        <a:solidFill>
                          <a:schemeClr val="tx2">
                            <a:lumMod val="76000"/>
                            <a:lumOff val="24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endParaRPr lang="en-US" sz="3600" dirty="0"/>
              </a:p>
            </p:txBody>
          </p:sp>
        </mc:Choice>
        <mc:Fallback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B3B9F69A-6D95-337C-7195-5237D2D26DA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l="-180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</p:spPr>
            <p:txBody>
              <a:bodyPr vert="horz" lIns="91440" tIns="45720" rIns="91440" bIns="45720" rtlCol="0" anchor="t">
                <a:normAutofit/>
              </a:bodyPr>
              <a:lstStyle/>
              <a:p>
                <a:pPr marL="0" indent="0">
                  <a:buNone/>
                </a:pPr>
                <a:r>
                  <a:rPr lang="en-US" sz="2400" dirty="0">
                    <a:latin typeface="Source Sans Pro"/>
                    <a:ea typeface="Source Sans Pro"/>
                  </a:rPr>
                  <a:t>Semantics of a </a:t>
                </a:r>
                <a:r>
                  <a:rPr lang="en-US" sz="2400" dirty="0">
                    <a:latin typeface="Book Antiqua" panose="02040602050305030304" pitchFamily="18" charset="0"/>
                    <a:ea typeface="Source Sans Pro"/>
                  </a:rPr>
                  <a:t>Goblin</a:t>
                </a:r>
                <a:r>
                  <a:rPr lang="en-US" sz="2400" dirty="0">
                    <a:latin typeface="Source Sans Pro"/>
                    <a:ea typeface="Source Sans Pro"/>
                  </a:rPr>
                  <a:t> input </a:t>
                </a:r>
                <a14:m>
                  <m:oMath xmlns:m="http://schemas.openxmlformats.org/officeDocument/2006/math">
                    <m:r>
                      <a:rPr lang="en-US" sz="2400" i="1" dirty="0" smtClean="0">
                        <a:solidFill>
                          <a:schemeClr val="tx2">
                            <a:lumMod val="75000"/>
                            <a:lumOff val="25000"/>
                          </a:schemeClr>
                        </a:solidFill>
                        <a:latin typeface="Cambria Math" panose="02040503050406030204" pitchFamily="18" charset="0"/>
                        <a:ea typeface="Source Sans Pro"/>
                      </a:rPr>
                      <m:t>𝐺</m:t>
                    </m:r>
                  </m:oMath>
                </a14:m>
                <a:r>
                  <a:rPr lang="en-US" sz="2400" dirty="0">
                    <a:latin typeface="Source Sans Pro"/>
                    <a:ea typeface="Source Sans Pro"/>
                  </a:rPr>
                  <a:t> is the set of syntactically valid ASTs which satisfy all the constraints</a:t>
                </a:r>
              </a:p>
            </p:txBody>
          </p:sp>
        </mc:Choice>
        <mc:Fallback>
          <p:sp>
            <p:nvSpPr>
              <p:cNvPr id="7" name="Content Placeholder 2">
                <a:extLst>
                  <a:ext uri="{FF2B5EF4-FFF2-40B4-BE49-F238E27FC236}">
                    <a16:creationId xmlns:a16="http://schemas.microsoft.com/office/drawing/2014/main" id="{882EDB95-E817-BDE6-588D-14DDBC93F98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787874"/>
                <a:ext cx="10402124" cy="5070126"/>
              </a:xfrm>
              <a:blipFill>
                <a:blip r:embed="rId3"/>
                <a:stretch>
                  <a:fillRect l="-976" t="-17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6" name="Picture 5" descr="A close-up of a word&#10;&#10;Description automatically generated">
            <a:extLst>
              <a:ext uri="{FF2B5EF4-FFF2-40B4-BE49-F238E27FC236}">
                <a16:creationId xmlns:a16="http://schemas.microsoft.com/office/drawing/2014/main" id="{1BB3D5EE-0013-1762-5D92-753C770981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25440" y="3195879"/>
            <a:ext cx="8541119" cy="12584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0351002"/>
      </p:ext>
    </p:extLst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Calculus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ontent Placeholder 2">
            <a:extLst>
              <a:ext uri="{FF2B5EF4-FFF2-40B4-BE49-F238E27FC236}">
                <a16:creationId xmlns:a16="http://schemas.microsoft.com/office/drawing/2014/main" id="{882EDB95-E817-BDE6-588D-14DDBC93F98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787874"/>
            <a:ext cx="10402124" cy="5070126"/>
          </a:xfrm>
        </p:spPr>
        <p:txBody>
          <a:bodyPr vert="horz" lIns="91440" tIns="45720" rIns="91440" bIns="45720" rtlCol="0" anchor="t">
            <a:normAutofit/>
          </a:bodyPr>
          <a:lstStyle/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Can be conceptualized as </a:t>
            </a:r>
            <a:r>
              <a:rPr lang="en-US" sz="2400" dirty="0">
                <a:solidFill>
                  <a:schemeClr val="accent6">
                    <a:lumMod val="75000"/>
                  </a:schemeClr>
                </a:solidFill>
                <a:latin typeface="Source Sans Pro"/>
                <a:ea typeface="Source Sans Pro"/>
              </a:rPr>
              <a:t>guarded rewrite rules </a:t>
            </a:r>
            <a:r>
              <a:rPr lang="en-US" sz="2400" dirty="0">
                <a:latin typeface="Source Sans Pro"/>
                <a:ea typeface="Source Sans Pro"/>
              </a:rPr>
              <a:t>on global state</a:t>
            </a:r>
          </a:p>
          <a:p>
            <a:pPr marL="0" indent="0">
              <a:buNone/>
            </a:pPr>
            <a:r>
              <a:rPr lang="en-US" sz="2400" dirty="0">
                <a:latin typeface="Source Sans Pro"/>
                <a:ea typeface="Source Sans Pro"/>
              </a:rPr>
              <a:t>Example rule expands a symbolic terminal </a:t>
            </a:r>
          </a:p>
        </p:txBody>
      </p:sp>
      <p:pic>
        <p:nvPicPr>
          <p:cNvPr id="5" name="Picture 4" descr="A close-up of a math formula&#10;&#10;Description automatically generated">
            <a:extLst>
              <a:ext uri="{FF2B5EF4-FFF2-40B4-BE49-F238E27FC236}">
                <a16:creationId xmlns:a16="http://schemas.microsoft.com/office/drawing/2014/main" id="{18B44BB8-4588-7EC4-F1E1-3185BAD333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209593" y="3350789"/>
            <a:ext cx="7772400" cy="12886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9565453"/>
      </p:ext>
    </p:extLst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BBBF837-3478-AD04-BD2B-132A90BAE8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B9F69A-6D95-337C-7195-5237D2D26D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600" dirty="0">
                <a:solidFill>
                  <a:schemeClr val="tx2">
                    <a:lumMod val="76000"/>
                    <a:lumOff val="24000"/>
                  </a:schemeClr>
                </a:solidFill>
                <a:latin typeface="Source Sans Pro"/>
                <a:ea typeface="Source Sans Pro"/>
              </a:rPr>
              <a:t>Search Algorithm Pseudocode</a:t>
            </a:r>
            <a:endParaRPr lang="en-US" sz="3600" dirty="0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0EF6A444-A5CF-77BC-EE8B-EE44E5F16D15}"/>
              </a:ext>
            </a:extLst>
          </p:cNvPr>
          <p:cNvSpPr/>
          <p:nvPr/>
        </p:nvSpPr>
        <p:spPr>
          <a:xfrm>
            <a:off x="951263" y="1413082"/>
            <a:ext cx="10289061" cy="104734"/>
          </a:xfrm>
          <a:prstGeom prst="rect">
            <a:avLst/>
          </a:prstGeom>
          <a:solidFill>
            <a:schemeClr val="tx2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 descr="A paper with text and numbers&#10;&#10;Description automatically generated with medium confidence">
            <a:extLst>
              <a:ext uri="{FF2B5EF4-FFF2-40B4-BE49-F238E27FC236}">
                <a16:creationId xmlns:a16="http://schemas.microsoft.com/office/drawing/2014/main" id="{692976BE-59BF-0956-BED3-4215CE8E4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51264" y="1526869"/>
            <a:ext cx="3765592" cy="52938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159098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446</TotalTime>
  <Words>2089</Words>
  <Application>Microsoft Macintosh PowerPoint</Application>
  <PresentationFormat>Widescreen</PresentationFormat>
  <Paragraphs>382</Paragraphs>
  <Slides>61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61</vt:i4>
      </vt:variant>
    </vt:vector>
  </HeadingPairs>
  <TitlesOfParts>
    <vt:vector size="72" baseType="lpstr">
      <vt:lpstr>Aptos</vt:lpstr>
      <vt:lpstr>Aptos Display</vt:lpstr>
      <vt:lpstr>Arial</vt:lpstr>
      <vt:lpstr>Book Antiqua</vt:lpstr>
      <vt:lpstr>Calibri</vt:lpstr>
      <vt:lpstr>Cambria Math</vt:lpstr>
      <vt:lpstr>Menlo</vt:lpstr>
      <vt:lpstr>Monaco</vt:lpstr>
      <vt:lpstr>Source Sans Pro</vt:lpstr>
      <vt:lpstr>Wingdings</vt:lpstr>
      <vt:lpstr>Office Theme</vt:lpstr>
      <vt:lpstr>Parse this! Summoning Context-Sensitive Inputs with Goblin</vt:lpstr>
      <vt:lpstr>Problem Introduction</vt:lpstr>
      <vt:lpstr>Roadmap</vt:lpstr>
      <vt:lpstr>Roadmap</vt:lpstr>
      <vt:lpstr>Prior Work</vt:lpstr>
      <vt:lpstr>Wishlist</vt:lpstr>
      <vt:lpstr>Context-Free Input Generation</vt:lpstr>
      <vt:lpstr>Context-Free Input Generation</vt:lpstr>
      <vt:lpstr>Introducing Goblin</vt:lpstr>
      <vt:lpstr>Input Generation vs Fuzzing</vt:lpstr>
      <vt:lpstr>Input Generation vs Fuzzing</vt:lpstr>
      <vt:lpstr>Input Generation vs Fuzzing</vt:lpstr>
      <vt:lpstr>Input Generation vs Fuzzing</vt:lpstr>
      <vt:lpstr>Input Generation vs Fuzzing</vt:lpstr>
      <vt:lpstr>Structure-Aware Mutations</vt:lpstr>
      <vt:lpstr>Prior Work</vt:lpstr>
      <vt:lpstr>PowerPoint Presentation</vt:lpstr>
      <vt:lpstr>Language Features: Production Rules</vt:lpstr>
      <vt:lpstr>Language Features: Type Annotations</vt:lpstr>
      <vt:lpstr>Language Features: Refinement Types</vt:lpstr>
      <vt:lpstr>Language Features: Semantic Constraints</vt:lpstr>
      <vt:lpstr>Language Features: Dot Notation</vt:lpstr>
      <vt:lpstr>Language Features: Dot Notation</vt:lpstr>
      <vt:lpstr>Language Features: Derived Fields</vt:lpstr>
      <vt:lpstr>Language Features: Derived Fields</vt:lpstr>
      <vt:lpstr>PowerPoint Presentation</vt:lpstr>
      <vt:lpstr>Semantics: Abstract Syntax Trees</vt:lpstr>
      <vt:lpstr>Semantics: Abstract Syntax Trees</vt:lpstr>
      <vt:lpstr>Semantics</vt:lpstr>
      <vt:lpstr>Semantics: Constraint Satisfaction</vt:lpstr>
      <vt:lpstr>Semantics: Constraint Satisfaction</vt:lpstr>
      <vt:lpstr>PowerPoint Presentation</vt:lpstr>
      <vt:lpstr>Goblin Workflow</vt:lpstr>
      <vt:lpstr>Context-free Well-formedness</vt:lpstr>
      <vt:lpstr>Derived Field Checks</vt:lpstr>
      <vt:lpstr>Abstract Derived Fields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Search Algorithm: Main Concepts</vt:lpstr>
      <vt:lpstr>PowerPoint Presentation</vt:lpstr>
      <vt:lpstr>Formal Guarantees</vt:lpstr>
      <vt:lpstr>PowerPoint Presentation</vt:lpstr>
      <vt:lpstr>Evaluation</vt:lpstr>
      <vt:lpstr>Evaluation</vt:lpstr>
      <vt:lpstr>PowerPoint Presentation</vt:lpstr>
      <vt:lpstr>Discussion &amp; Future Work</vt:lpstr>
      <vt:lpstr>PowerPoint Presentation</vt:lpstr>
      <vt:lpstr>Structural Constraints</vt:lpstr>
      <vt:lpstr>More Related Work</vt:lpstr>
      <vt:lpstr>Grammar Mutations</vt:lpstr>
      <vt:lpstr>Semantics: Interpretation Function</vt:lpstr>
      <vt:lpstr>Semantics: Satisfaction Relation</vt:lpstr>
      <vt:lpstr>Semantics: Denotation of G</vt:lpstr>
      <vt:lpstr>Calculus</vt:lpstr>
      <vt:lpstr>Search Algorithm Pseudocode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Automated Reasoning for Security Protocols</dc:title>
  <dc:creator/>
  <cp:lastModifiedBy>Lorch, Robert M</cp:lastModifiedBy>
  <cp:revision>768</cp:revision>
  <dcterms:created xsi:type="dcterms:W3CDTF">2026-03-16T17:02:12Z</dcterms:created>
  <dcterms:modified xsi:type="dcterms:W3CDTF">2026-03-18T23:53:39Z</dcterms:modified>
</cp:coreProperties>
</file>