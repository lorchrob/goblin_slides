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0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385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1" r:id="rId62"/>
    <p:sldId id="366" r:id="rId63"/>
    <p:sldId id="367" r:id="rId64"/>
    <p:sldId id="399" r:id="rId65"/>
    <p:sldId id="352" r:id="rId66"/>
    <p:sldId id="336" r:id="rId67"/>
    <p:sldId id="353" r:id="rId68"/>
    <p:sldId id="337" r:id="rId69"/>
    <p:sldId id="355" r:id="rId70"/>
    <p:sldId id="300" r:id="rId71"/>
    <p:sldId id="317" r:id="rId72"/>
    <p:sldId id="370" r:id="rId73"/>
    <p:sldId id="371" r:id="rId74"/>
    <p:sldId id="372" r:id="rId75"/>
    <p:sldId id="373" r:id="rId76"/>
    <p:sldId id="374" r:id="rId77"/>
    <p:sldId id="375" r:id="rId78"/>
    <p:sldId id="376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73" autoAdjust="0"/>
    <p:restoredTop sz="76623"/>
  </p:normalViewPr>
  <p:slideViewPr>
    <p:cSldViewPr snapToGrid="0">
      <p:cViewPr>
        <p:scale>
          <a:sx n="124" d="100"/>
          <a:sy n="124" d="100"/>
        </p:scale>
        <p:origin x="9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6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53.png"/><Relationship Id="rId7" Type="http://schemas.openxmlformats.org/officeDocument/2006/relationships/image" Target="../media/image5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56.png"/><Relationship Id="rId7" Type="http://schemas.openxmlformats.org/officeDocument/2006/relationships/image" Target="../media/image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4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57.png"/><Relationship Id="rId7" Type="http://schemas.openxmlformats.org/officeDocument/2006/relationships/image" Target="../media/image5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5.png"/><Relationship Id="rId7" Type="http://schemas.openxmlformats.org/officeDocument/2006/relationships/image" Target="../media/image70.png"/><Relationship Id="rId12" Type="http://schemas.openxmlformats.org/officeDocument/2006/relationships/image" Target="../media/image7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3.png"/><Relationship Id="rId5" Type="http://schemas.openxmlformats.org/officeDocument/2006/relationships/image" Target="../media/image68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8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607" y="3482616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241" y="353325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1592" y="3573188"/>
            <a:ext cx="935245" cy="93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02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  <a:blipFill>
                <a:blip r:embed="rId3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47693-DBDC-C971-FF7C-70B04F340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9DC34F-83E3-8286-F30B-63B442B221BE}"/>
              </a:ext>
            </a:extLst>
          </p:cNvPr>
          <p:cNvCxnSpPr>
            <a:cxnSpLocks/>
            <a:stCxn id="13" idx="6"/>
            <a:endCxn id="6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E3B9C7-268D-A9CF-E733-26FCC2D488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0FFFF65-FFFD-052C-EE9F-771328F10C4F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5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41FD27B-91E8-1D25-C92E-1BDB5EA3E998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E426F-47A8-0770-5BBB-310B9139230D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08EB8ACF-C99F-17EA-1818-EC0CBF367CD3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4ED21C9-BC1B-78EC-DDC3-83100131FCA9}"/>
              </a:ext>
            </a:extLst>
          </p:cNvPr>
          <p:cNvSpPr/>
          <p:nvPr/>
        </p:nvSpPr>
        <p:spPr>
          <a:xfrm>
            <a:off x="7403417" y="4216486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2A1F9D1-CB08-7BC6-78AE-EC96FCF51271}"/>
              </a:ext>
            </a:extLst>
          </p:cNvPr>
          <p:cNvSpPr/>
          <p:nvPr/>
        </p:nvSpPr>
        <p:spPr>
          <a:xfrm>
            <a:off x="7391475" y="3043420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4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514350" indent="-514350" algn="ctr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14142" y="5047266"/>
            <a:ext cx="2682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Constraint-aware!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661132" y="2601212"/>
            <a:ext cx="2418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8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71923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9705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882742" y="4682001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49593" y="4699516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98178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967544" y="441350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9" grpId="0"/>
      <p:bldP spid="20" grpId="0"/>
      <p:bldP spid="23" grpId="0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203C09-1E39-A6C4-1F75-85612EDE60E9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0" y="2837497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Reminder: 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derivation tree 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an AST in progress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Make decisions and backtrack when stuck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When closed, instantiate with concrete values</a:t>
                </a:r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2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3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59699" y="3167134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75280" y="3449743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49164" y="3182024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8D75F5B-51EA-09FE-62BB-BE4278CDD4D6}"/>
              </a:ext>
            </a:extLst>
          </p:cNvPr>
          <p:cNvGrpSpPr/>
          <p:nvPr/>
        </p:nvGrpSpPr>
        <p:grpSpPr>
          <a:xfrm>
            <a:off x="9763964" y="4622997"/>
            <a:ext cx="1050288" cy="991061"/>
            <a:chOff x="9763964" y="4622997"/>
            <a:chExt cx="1050288" cy="991061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4F3D9B2-3369-EA70-AE8E-679EE5A27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55430" y="4622997"/>
              <a:ext cx="750494" cy="75049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9E82E69-2892-075E-C676-9E30EDEFD018}"/>
                </a:ext>
              </a:extLst>
            </p:cNvPr>
            <p:cNvSpPr txBox="1"/>
            <p:nvPr/>
          </p:nvSpPr>
          <p:spPr>
            <a:xfrm>
              <a:off x="9763964" y="5244726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807061" y="262109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Abstraction-refinement algorithms?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9166</TotalTime>
  <Words>4005</Words>
  <Application>Microsoft Macintosh PowerPoint</Application>
  <PresentationFormat>Widescreen</PresentationFormat>
  <Paragraphs>745</Paragraphs>
  <Slides>78</Slides>
  <Notes>18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95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962</cp:revision>
  <dcterms:created xsi:type="dcterms:W3CDTF">2026-03-16T17:02:12Z</dcterms:created>
  <dcterms:modified xsi:type="dcterms:W3CDTF">2026-04-08T00:01:32Z</dcterms:modified>
</cp:coreProperties>
</file>